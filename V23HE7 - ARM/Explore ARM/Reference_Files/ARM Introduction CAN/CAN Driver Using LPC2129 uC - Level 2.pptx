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8" r:id="rId3"/>
    <p:sldId id="298" r:id="rId4"/>
    <p:sldId id="281" r:id="rId5"/>
    <p:sldId id="300" r:id="rId6"/>
    <p:sldId id="29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A46D0-E3C4-42FC-BB2F-69309C19821A}" type="datetimeFigureOut">
              <a:rPr lang="en-US" smtClean="0"/>
              <a:t>8/27/2022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4F856-F316-4268-985A-FDEC56585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C347A0-02A6-4379-9772-51FD36DA5D87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EACDE-604A-4AD0-B8CA-D2962861B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39624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CAN PROTOCOL IMPLEMENTATION (LOW LEVEL CAN DRIVER/FIRMWARE)</a:t>
            </a:r>
            <a:br>
              <a:rPr lang="en-US" dirty="0"/>
            </a:br>
            <a:r>
              <a:rPr lang="en-US" dirty="0"/>
              <a:t>USING LPC2129 </a:t>
            </a:r>
            <a:r>
              <a:rPr lang="en-US" dirty="0" err="1"/>
              <a:t>uC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&amp; </a:t>
            </a:r>
            <a:r>
              <a:rPr lang="en-US" dirty="0" err="1"/>
              <a:t>Keil</a:t>
            </a:r>
            <a:r>
              <a:rPr lang="en-US" dirty="0"/>
              <a:t> Embedded C for ARM</a:t>
            </a:r>
            <a:br>
              <a:rPr lang="en-US" dirty="0"/>
            </a:br>
            <a:r>
              <a:rPr lang="en-US" dirty="0"/>
              <a:t>LEVEL 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382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CAN Controller  SFRs in LPC2129 </a:t>
            </a:r>
            <a:r>
              <a:rPr lang="en-US" sz="3200" dirty="0" err="1"/>
              <a:t>uC</a:t>
            </a:r>
            <a:r>
              <a:rPr lang="en-US" sz="3200" dirty="0"/>
              <a:t> Additionally May Be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4419600"/>
            <a:ext cx="4038600" cy="220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  </a:t>
            </a:r>
            <a:r>
              <a:rPr lang="en-US" dirty="0">
                <a:solidFill>
                  <a:srgbClr val="FF0000"/>
                </a:solidFill>
              </a:rPr>
              <a:t>CAN 1 Controller SFRs</a:t>
            </a:r>
          </a:p>
          <a:p>
            <a:r>
              <a:rPr lang="en-US" dirty="0"/>
              <a:t>C1ICR</a:t>
            </a:r>
          </a:p>
          <a:p>
            <a:r>
              <a:rPr lang="en-US" dirty="0"/>
              <a:t>C1IER        </a:t>
            </a:r>
          </a:p>
          <a:p>
            <a:r>
              <a:rPr lang="en-US" dirty="0"/>
              <a:t>C1EWL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4419600"/>
            <a:ext cx="4038600" cy="220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     </a:t>
            </a:r>
            <a:r>
              <a:rPr lang="en-US" dirty="0">
                <a:solidFill>
                  <a:srgbClr val="FF0000"/>
                </a:solidFill>
              </a:rPr>
              <a:t>CAN 2 Controller SFRs</a:t>
            </a:r>
          </a:p>
          <a:p>
            <a:r>
              <a:rPr lang="en-US" dirty="0"/>
              <a:t>C2ICR</a:t>
            </a:r>
          </a:p>
          <a:p>
            <a:r>
              <a:rPr lang="en-US" dirty="0"/>
              <a:t>C2IER</a:t>
            </a:r>
          </a:p>
          <a:p>
            <a:r>
              <a:rPr lang="en-US" dirty="0"/>
              <a:t>C2EWL       </a:t>
            </a:r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143000"/>
            <a:ext cx="4038600" cy="2514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 err="1"/>
              <a:t>SFF_sa</a:t>
            </a:r>
            <a:r>
              <a:rPr lang="en-US" sz="2800" dirty="0"/>
              <a:t> </a:t>
            </a:r>
          </a:p>
          <a:p>
            <a:r>
              <a:rPr lang="en-US" sz="2800" dirty="0" err="1"/>
              <a:t>SFF_GRP_sa</a:t>
            </a:r>
            <a:endParaRPr lang="en-US" sz="2800" dirty="0"/>
          </a:p>
          <a:p>
            <a:r>
              <a:rPr lang="en-US" sz="2800" dirty="0" err="1"/>
              <a:t>EFF_sa</a:t>
            </a:r>
            <a:r>
              <a:rPr lang="en-US" sz="2800" dirty="0"/>
              <a:t> </a:t>
            </a:r>
          </a:p>
          <a:p>
            <a:r>
              <a:rPr lang="en-US" sz="2800" dirty="0" err="1"/>
              <a:t>EFF_GRP_sa</a:t>
            </a:r>
            <a:r>
              <a:rPr lang="en-US" sz="2800" dirty="0"/>
              <a:t> </a:t>
            </a:r>
          </a:p>
          <a:p>
            <a:r>
              <a:rPr lang="en-US" sz="2800" b="1" dirty="0" err="1"/>
              <a:t>ENDofTable</a:t>
            </a:r>
            <a:endParaRPr lang="en-US" sz="28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 </a:t>
            </a:r>
            <a:r>
              <a:rPr lang="en-US" dirty="0" err="1"/>
              <a:t>Initialisation</a:t>
            </a:r>
            <a:r>
              <a:rPr lang="en-US" dirty="0"/>
              <a:t> For  Message </a:t>
            </a:r>
            <a:r>
              <a:rPr lang="en-US" dirty="0" err="1"/>
              <a:t>Filteration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 CAN  Communication- Reception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  /* CAN Controller 1 Initialization : (defined in </a:t>
            </a:r>
            <a:r>
              <a:rPr lang="en-US" dirty="0" err="1">
                <a:solidFill>
                  <a:srgbClr val="000000"/>
                </a:solidFill>
              </a:rPr>
              <a:t>can.c</a:t>
            </a:r>
            <a:r>
              <a:rPr lang="en-US" dirty="0">
                <a:solidFill>
                  <a:srgbClr val="000000"/>
                </a:solidFill>
              </a:rPr>
              <a:t> )  */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sz="2600" b="1" i="1" dirty="0">
                <a:solidFill>
                  <a:srgbClr val="FF0000"/>
                </a:solidFill>
              </a:rPr>
              <a:t>//declare pointer  for Acceptance Filter RAM Base Address in LPC2129</a:t>
            </a:r>
          </a:p>
          <a:p>
            <a:pPr>
              <a:buNone/>
            </a:pPr>
            <a:r>
              <a:rPr lang="en-US" sz="2600" b="1" i="1" dirty="0">
                <a:solidFill>
                  <a:srgbClr val="000000"/>
                </a:solidFill>
              </a:rPr>
              <a:t>        </a:t>
            </a:r>
            <a:r>
              <a:rPr lang="en-US" dirty="0">
                <a:solidFill>
                  <a:srgbClr val="000000"/>
                </a:solidFill>
              </a:rPr>
              <a:t>u32 *</a:t>
            </a:r>
            <a:r>
              <a:rPr lang="en-US" dirty="0" err="1">
                <a:solidFill>
                  <a:srgbClr val="000000"/>
                </a:solidFill>
              </a:rPr>
              <a:t>stdFilter</a:t>
            </a:r>
            <a:r>
              <a:rPr lang="en-US" dirty="0">
                <a:solidFill>
                  <a:srgbClr val="000000"/>
                </a:solidFill>
              </a:rPr>
              <a:t>=(u32 *)ACC_FILTER_RAM_BASE_ADDR;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void Init_CAN1(void)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{</a:t>
            </a:r>
          </a:p>
          <a:p>
            <a:pPr lvl="1">
              <a:buNone/>
            </a:pPr>
            <a:r>
              <a:rPr lang="en-US" dirty="0">
                <a:solidFill>
                  <a:srgbClr val="002060"/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//</a:t>
            </a:r>
            <a:r>
              <a:rPr lang="en-US" dirty="0" err="1">
                <a:solidFill>
                  <a:srgbClr val="FF0000"/>
                </a:solidFill>
              </a:rPr>
              <a:t>cfg</a:t>
            </a:r>
            <a:r>
              <a:rPr lang="en-US" dirty="0">
                <a:solidFill>
                  <a:srgbClr val="FF0000"/>
                </a:solidFill>
              </a:rPr>
              <a:t> p0.25 pin as CAN1_RX pin(RD1),TD1 is exclusive using PINSEL1 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   //Reset CAN1 controller using C1MOD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   //Set baud Rate for CAN using C1BTR</a:t>
            </a:r>
          </a:p>
          <a:p>
            <a:pPr lvl="1">
              <a:buNone/>
            </a:pP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dirty="0">
                <a:solidFill>
                  <a:srgbClr val="FF0000"/>
                </a:solidFill>
              </a:rPr>
              <a:t> //Disable Acceptance Filter using AFMR =1</a:t>
            </a:r>
          </a:p>
          <a:p>
            <a:pPr lvl="1">
              <a:buNone/>
            </a:pPr>
            <a:r>
              <a:rPr lang="en-US" dirty="0">
                <a:solidFill>
                  <a:srgbClr val="002060"/>
                </a:solidFill>
              </a:rPr>
              <a:t>   </a:t>
            </a:r>
            <a:r>
              <a:rPr lang="en-US" dirty="0">
                <a:solidFill>
                  <a:srgbClr val="FF0000"/>
                </a:solidFill>
              </a:rPr>
              <a:t>//Now Configure IDs to accepted in Filter Table/Ram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         </a:t>
            </a:r>
            <a:r>
              <a:rPr lang="en-US" dirty="0" err="1">
                <a:solidFill>
                  <a:srgbClr val="002060"/>
                </a:solidFill>
              </a:rPr>
              <a:t>stdFilter</a:t>
            </a:r>
            <a:r>
              <a:rPr lang="en-US" dirty="0">
                <a:solidFill>
                  <a:srgbClr val="002060"/>
                </a:solidFill>
              </a:rPr>
              <a:t>[0]=0x20012002;//allow ids 1 &amp; 2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	     </a:t>
            </a:r>
            <a:r>
              <a:rPr lang="en-US" dirty="0" err="1">
                <a:solidFill>
                  <a:srgbClr val="002060"/>
                </a:solidFill>
              </a:rPr>
              <a:t>stdFilter</a:t>
            </a:r>
            <a:r>
              <a:rPr lang="en-US" dirty="0">
                <a:solidFill>
                  <a:srgbClr val="002060"/>
                </a:solidFill>
              </a:rPr>
              <a:t>[1]=0x20032004;//allow ids 3 &amp; 4</a:t>
            </a:r>
            <a:r>
              <a:rPr lang="en-US" dirty="0">
                <a:solidFill>
                  <a:srgbClr val="FF0000"/>
                </a:solidFill>
              </a:rPr>
              <a:t>   </a:t>
            </a:r>
            <a:endParaRPr lang="en-US" dirty="0">
              <a:solidFill>
                <a:srgbClr val="00206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3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4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4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5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1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2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68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69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7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7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7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8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8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8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28600"/>
            <a:ext cx="9144000" cy="6629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>
                <a:solidFill>
                  <a:srgbClr val="000000"/>
                </a:solidFill>
              </a:rPr>
              <a:t>   /* CAN Controller 1 Initialization  Cont’d: (defined in </a:t>
            </a:r>
            <a:r>
              <a:rPr lang="en-US" dirty="0" err="1">
                <a:solidFill>
                  <a:srgbClr val="000000"/>
                </a:solidFill>
              </a:rPr>
              <a:t>can.c</a:t>
            </a:r>
            <a:r>
              <a:rPr lang="en-US" dirty="0">
                <a:solidFill>
                  <a:srgbClr val="000000"/>
                </a:solidFill>
              </a:rPr>
              <a:t> )  */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</a:endParaRP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         </a:t>
            </a:r>
            <a:r>
              <a:rPr lang="en-US" dirty="0" err="1">
                <a:solidFill>
                  <a:srgbClr val="002060"/>
                </a:solidFill>
              </a:rPr>
              <a:t>tdFilter</a:t>
            </a:r>
            <a:r>
              <a:rPr lang="en-US" dirty="0">
                <a:solidFill>
                  <a:srgbClr val="002060"/>
                </a:solidFill>
              </a:rPr>
              <a:t>[2]=0x20072008;//allow ids 7 &amp; 8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	     </a:t>
            </a:r>
            <a:r>
              <a:rPr lang="en-US" dirty="0" err="1">
                <a:solidFill>
                  <a:srgbClr val="002060"/>
                </a:solidFill>
              </a:rPr>
              <a:t>stdFilter</a:t>
            </a:r>
            <a:r>
              <a:rPr lang="en-US" dirty="0">
                <a:solidFill>
                  <a:srgbClr val="002060"/>
                </a:solidFill>
              </a:rPr>
              <a:t>[3]=0x2009200A;//allow ids 9 &amp; A</a:t>
            </a:r>
          </a:p>
          <a:p>
            <a:pPr>
              <a:buNone/>
            </a:pPr>
            <a:r>
              <a:rPr lang="en-US" dirty="0">
                <a:solidFill>
                  <a:srgbClr val="00206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    //set start address of std table</a:t>
            </a:r>
            <a:r>
              <a:rPr lang="en-US" dirty="0">
                <a:solidFill>
                  <a:schemeClr val="tx2"/>
                </a:solidFill>
              </a:rPr>
              <a:t>    </a:t>
            </a:r>
            <a:r>
              <a:rPr lang="en-US" dirty="0" err="1">
                <a:solidFill>
                  <a:schemeClr val="tx2"/>
                </a:solidFill>
              </a:rPr>
              <a:t>SFF_sa</a:t>
            </a:r>
            <a:r>
              <a:rPr lang="en-US" dirty="0">
                <a:solidFill>
                  <a:schemeClr val="tx2"/>
                </a:solidFill>
              </a:rPr>
              <a:t>=0x00000000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    //set start </a:t>
            </a:r>
            <a:r>
              <a:rPr lang="en-US" dirty="0" err="1">
                <a:solidFill>
                  <a:srgbClr val="FF0000"/>
                </a:solidFill>
              </a:rPr>
              <a:t>addr</a:t>
            </a:r>
            <a:r>
              <a:rPr lang="en-US" dirty="0">
                <a:solidFill>
                  <a:srgbClr val="FF0000"/>
                </a:solidFill>
              </a:rPr>
              <a:t> of std group table      </a:t>
            </a:r>
            <a:r>
              <a:rPr lang="en-US" dirty="0" err="1">
                <a:solidFill>
                  <a:schemeClr val="tx2"/>
                </a:solidFill>
              </a:rPr>
              <a:t>SFF_GRP_sa</a:t>
            </a:r>
            <a:r>
              <a:rPr lang="en-US" dirty="0">
                <a:solidFill>
                  <a:schemeClr val="tx2"/>
                </a:solidFill>
              </a:rPr>
              <a:t>=16;</a:t>
            </a:r>
          </a:p>
          <a:p>
            <a:pPr lvl="1">
              <a:buNone/>
            </a:pPr>
            <a:r>
              <a:rPr lang="en-US" dirty="0">
                <a:solidFill>
                  <a:schemeClr val="tx2"/>
                </a:solidFill>
              </a:rPr>
              <a:t>   </a:t>
            </a:r>
            <a:r>
              <a:rPr lang="en-US" dirty="0">
                <a:solidFill>
                  <a:srgbClr val="FF0000"/>
                </a:solidFill>
              </a:rPr>
              <a:t> //set start </a:t>
            </a:r>
            <a:r>
              <a:rPr lang="en-US" dirty="0" err="1">
                <a:solidFill>
                  <a:srgbClr val="FF0000"/>
                </a:solidFill>
              </a:rPr>
              <a:t>addr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en-US" dirty="0" err="1">
                <a:solidFill>
                  <a:srgbClr val="FF0000"/>
                </a:solidFill>
              </a:rPr>
              <a:t>ext</a:t>
            </a:r>
            <a:r>
              <a:rPr lang="en-US" dirty="0">
                <a:solidFill>
                  <a:srgbClr val="FF0000"/>
                </a:solidFill>
              </a:rPr>
              <a:t> table            </a:t>
            </a:r>
            <a:r>
              <a:rPr lang="en-US" dirty="0">
                <a:solidFill>
                  <a:schemeClr val="tx2"/>
                </a:solidFill>
              </a:rPr>
              <a:t>     </a:t>
            </a:r>
            <a:r>
              <a:rPr lang="en-US" dirty="0" err="1">
                <a:solidFill>
                  <a:schemeClr val="tx2"/>
                </a:solidFill>
              </a:rPr>
              <a:t>EFF_sa</a:t>
            </a:r>
            <a:r>
              <a:rPr lang="en-US" dirty="0">
                <a:solidFill>
                  <a:schemeClr val="tx2"/>
                </a:solidFill>
              </a:rPr>
              <a:t>=16</a:t>
            </a:r>
          </a:p>
          <a:p>
            <a:pPr lvl="1">
              <a:buNone/>
            </a:pPr>
            <a:r>
              <a:rPr lang="en-US" dirty="0">
                <a:solidFill>
                  <a:schemeClr val="tx2"/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//set start </a:t>
            </a:r>
            <a:r>
              <a:rPr lang="en-US" dirty="0" err="1">
                <a:solidFill>
                  <a:srgbClr val="FF0000"/>
                </a:solidFill>
              </a:rPr>
              <a:t>addr</a:t>
            </a:r>
            <a:r>
              <a:rPr lang="en-US" dirty="0">
                <a:solidFill>
                  <a:srgbClr val="FF0000"/>
                </a:solidFill>
              </a:rPr>
              <a:t> of ext group table   </a:t>
            </a:r>
            <a:r>
              <a:rPr lang="en-US" dirty="0">
                <a:solidFill>
                  <a:schemeClr val="tx2"/>
                </a:solidFill>
              </a:rPr>
              <a:t>  </a:t>
            </a:r>
            <a:r>
              <a:rPr lang="en-US" dirty="0" err="1">
                <a:solidFill>
                  <a:schemeClr val="tx2"/>
                </a:solidFill>
              </a:rPr>
              <a:t>EFF_GRP_sa</a:t>
            </a:r>
            <a:r>
              <a:rPr lang="en-US" dirty="0">
                <a:solidFill>
                  <a:schemeClr val="tx2"/>
                </a:solidFill>
              </a:rPr>
              <a:t>=16;</a:t>
            </a:r>
          </a:p>
          <a:p>
            <a:pPr lvl="1">
              <a:buNone/>
            </a:pPr>
            <a:r>
              <a:rPr lang="en-US" dirty="0">
                <a:solidFill>
                  <a:schemeClr val="tx2"/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//set end of table address                   </a:t>
            </a:r>
            <a:r>
              <a:rPr lang="en-US" dirty="0" err="1">
                <a:solidFill>
                  <a:schemeClr val="tx2"/>
                </a:solidFill>
              </a:rPr>
              <a:t>ENDofTable</a:t>
            </a:r>
            <a:r>
              <a:rPr lang="en-US" dirty="0">
                <a:solidFill>
                  <a:schemeClr val="tx2"/>
                </a:solidFill>
              </a:rPr>
              <a:t>=16;</a:t>
            </a:r>
          </a:p>
          <a:p>
            <a:pPr lvl="1">
              <a:buNone/>
            </a:pPr>
            <a:r>
              <a:rPr lang="en-US" dirty="0">
                <a:solidFill>
                  <a:schemeClr val="tx2"/>
                </a:solidFill>
              </a:rPr>
              <a:t>    </a:t>
            </a:r>
            <a:r>
              <a:rPr lang="en-US" dirty="0">
                <a:solidFill>
                  <a:srgbClr val="FF0000"/>
                </a:solidFill>
              </a:rPr>
              <a:t>//enable acceptance filters                 </a:t>
            </a:r>
            <a:r>
              <a:rPr lang="en-US" dirty="0">
                <a:solidFill>
                  <a:schemeClr val="tx2"/>
                </a:solidFill>
              </a:rPr>
              <a:t>AFMR=0;</a:t>
            </a:r>
          </a:p>
          <a:p>
            <a:pPr lvl="1">
              <a:buNone/>
            </a:pPr>
            <a:r>
              <a:rPr lang="en-US" dirty="0">
                <a:solidFill>
                  <a:srgbClr val="002060"/>
                </a:solidFill>
              </a:rPr>
              <a:t>   </a:t>
            </a:r>
            <a:r>
              <a:rPr lang="en-US" dirty="0">
                <a:solidFill>
                  <a:srgbClr val="FF0000"/>
                </a:solidFill>
              </a:rPr>
              <a:t>//Enable CAN1 controller                 </a:t>
            </a:r>
            <a:r>
              <a:rPr lang="en-US" dirty="0">
                <a:solidFill>
                  <a:srgbClr val="002060"/>
                </a:solidFill>
              </a:rPr>
              <a:t>   C1MOD=0;</a:t>
            </a:r>
          </a:p>
          <a:p>
            <a:pPr lvl="1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8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9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8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5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6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8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9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0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8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 err="1"/>
              <a:t>Keil</a:t>
            </a:r>
            <a:r>
              <a:rPr lang="en-US" dirty="0"/>
              <a:t> IDE </a:t>
            </a:r>
            <a:br>
              <a:rPr lang="en-US" dirty="0"/>
            </a:br>
            <a:r>
              <a:rPr lang="en-US" dirty="0"/>
              <a:t>To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Simulate  CAN  Communication-Reception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2474</TotalTime>
  <Words>356</Words>
  <Application>Microsoft Office PowerPoint</Application>
  <PresentationFormat>On-screen Show (4:3)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  CAN PROTOCOL IMPLEMENTATION (LOW LEVEL CAN DRIVER/FIRMWARE) USING LPC2129 uC  &amp; Keil Embedded C for ARM LEVEL 2    </vt:lpstr>
      <vt:lpstr>CAN Controller  SFRs in LPC2129 uC Additionally May Be Required</vt:lpstr>
      <vt:lpstr>CAN  Initialisation For  Message Filteration</vt:lpstr>
      <vt:lpstr>PowerPoint Presentation</vt:lpstr>
      <vt:lpstr>PowerPoint Presentation</vt:lpstr>
      <vt:lpstr>Now Using Keil IDE  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shashank ganla</dc:creator>
  <cp:lastModifiedBy>sysadmin hyd</cp:lastModifiedBy>
  <cp:revision>83</cp:revision>
  <dcterms:created xsi:type="dcterms:W3CDTF">2006-08-16T00:00:00Z</dcterms:created>
  <dcterms:modified xsi:type="dcterms:W3CDTF">2022-08-27T10:18:51Z</dcterms:modified>
</cp:coreProperties>
</file>
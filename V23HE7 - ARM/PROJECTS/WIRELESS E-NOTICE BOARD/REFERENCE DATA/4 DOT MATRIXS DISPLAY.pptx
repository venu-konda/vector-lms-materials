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57" r:id="rId4"/>
    <p:sldId id="262" r:id="rId5"/>
    <p:sldId id="264" r:id="rId6"/>
    <p:sldId id="266" r:id="rId7"/>
    <p:sldId id="259" r:id="rId8"/>
    <p:sldId id="263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2229" autoAdjust="0"/>
  </p:normalViewPr>
  <p:slideViewPr>
    <p:cSldViewPr>
      <p:cViewPr varScale="1">
        <p:scale>
          <a:sx n="47" d="100"/>
          <a:sy n="47" d="100"/>
        </p:scale>
        <p:origin x="-629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D392D-821E-4C42-9060-ADE344866A35}" type="datetimeFigureOut">
              <a:rPr lang="en-US" smtClean="0"/>
              <a:pPr/>
              <a:t>14-Apr-15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4F0AB-3E76-4866-B814-77ECEB3CB8C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ANODES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4F0AB-3E76-4866-B814-77ECEB3CB8CA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SHIFT REGISTERS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4F0AB-3E76-4866-B814-77ECEB3CB8CA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14-Apr-15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14-Apr-15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14-Apr-15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14-Apr-15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14-Apr-15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14-Apr-15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14-Apr-15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  <a:latin typeface="Algerian" pitchFamily="82" charset="0"/>
              </a:rPr>
              <a:t>VECTOR’S DOT MATRIX BOARD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VECTOR\Desktop\DOT MATRIX PROJECT_CLASSES\dot matric project ppt work\final\11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232600" y="0"/>
            <a:ext cx="19621500" cy="6184900"/>
          </a:xfrm>
          <a:prstGeom prst="rect">
            <a:avLst/>
          </a:prstGeom>
          <a:noFill/>
        </p:spPr>
      </p:pic>
      <p:pic>
        <p:nvPicPr>
          <p:cNvPr id="3" name="Picture 2" descr="C:\Documents and Settings\VECTOR\Desktop\DOT MATRIX PROJECT_CLASSES\dot matric project ppt work\final\11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710906"/>
            <a:ext cx="8710962" cy="3276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INTERFACING</a:t>
            </a: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Four dot matrix display’s interface with the help of four shift registers and one latch</a:t>
            </a:r>
          </a:p>
          <a:p>
            <a:pPr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Each shift register – 2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p’s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8 o/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p’s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(74HC164 – SHIFT REGISTER)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latch 8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p’s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8 o/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p’s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(74HC573 - LATCH)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SINGLE DOT MATRIX SCHEMATIC</a:t>
            </a: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45135"/>
            <a:ext cx="9144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SHIFT REGISTERS</a:t>
            </a:r>
            <a:endParaRPr lang="en-US" sz="4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793" y="1670955"/>
            <a:ext cx="3604216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1600200"/>
            <a:ext cx="3612071" cy="1986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563" y="4005942"/>
            <a:ext cx="3796311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44787" y="3946071"/>
            <a:ext cx="387385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5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385" decel="100000"/>
                                        <p:tgtEl>
                                          <p:spTgt spid="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385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385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C00000"/>
                </a:solidFill>
                <a:latin typeface="Algerian" pitchFamily="82" charset="0"/>
              </a:rPr>
              <a:t>LATCH</a:t>
            </a:r>
            <a:endParaRPr lang="en-US" sz="4800" b="1" dirty="0">
              <a:solidFill>
                <a:srgbClr val="C00000"/>
              </a:solidFill>
              <a:latin typeface="Algerian" pitchFamily="82" charset="0"/>
            </a:endParaRPr>
          </a:p>
        </p:txBody>
      </p:sp>
      <p:pic>
        <p:nvPicPr>
          <p:cNvPr id="2050" name="Picture 2" descr="C:\Documents and Settings\VECTOR\Desktop\DOT MATRIX PROJECT_CLASSES\dot matric project ppt work\LATCH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1905000"/>
            <a:ext cx="4648200" cy="34086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264" y="533406"/>
            <a:ext cx="7843837" cy="586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066800" y="1524000"/>
            <a:ext cx="60959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8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9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5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2590800"/>
            <a:ext cx="10668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8X8 DOT  MATRIX DISPLAY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3800" y="2590800"/>
            <a:ext cx="10668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8X8 DOT  MATRIX DISPLAY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2858" y="2634342"/>
            <a:ext cx="10668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8X8 DOT  MATRIX DISPLAY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19252" y="2645226"/>
            <a:ext cx="10668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8X8 DOT  MATRIX DISPLAY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9929" y="1034142"/>
            <a:ext cx="83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74HC573</a:t>
            </a:r>
          </a:p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(LATCH)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20348" y="2024742"/>
            <a:ext cx="10887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1" dirty="0" smtClean="0">
                <a:latin typeface="Times New Roman" pitchFamily="18" charset="0"/>
                <a:cs typeface="Times New Roman" pitchFamily="18" charset="0"/>
              </a:rPr>
              <a:t>8-BIT DATA BUS</a:t>
            </a:r>
            <a:endParaRPr lang="en-US" sz="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73729" y="3869871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74HC164_1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74710" y="3880755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74HC164_2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21865" y="3891639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74HC164_3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3942" y="3891639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74HC164_4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1562100" y="4060371"/>
            <a:ext cx="838200" cy="1588"/>
          </a:xfrm>
          <a:prstGeom prst="line">
            <a:avLst/>
          </a:prstGeom>
          <a:ln w="571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948542" y="3641271"/>
            <a:ext cx="6400800" cy="1588"/>
          </a:xfrm>
          <a:prstGeom prst="line">
            <a:avLst/>
          </a:prstGeom>
          <a:ln w="571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943097" y="4466999"/>
            <a:ext cx="6400800" cy="1588"/>
          </a:xfrm>
          <a:prstGeom prst="line">
            <a:avLst/>
          </a:prstGeom>
          <a:ln w="571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7885905" y="4054132"/>
            <a:ext cx="838200" cy="1588"/>
          </a:xfrm>
          <a:prstGeom prst="line">
            <a:avLst/>
          </a:prstGeom>
          <a:ln w="571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Notched Right Arrow 31"/>
          <p:cNvSpPr/>
          <p:nvPr/>
        </p:nvSpPr>
        <p:spPr>
          <a:xfrm rot="14064871">
            <a:off x="5667692" y="5209858"/>
            <a:ext cx="1999616" cy="349450"/>
          </a:xfrm>
          <a:prstGeom prst="notched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000828" y="5480961"/>
            <a:ext cx="2251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SHIFT REGISTERS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Notched Right Arrow 19"/>
          <p:cNvSpPr/>
          <p:nvPr/>
        </p:nvSpPr>
        <p:spPr>
          <a:xfrm rot="8333953">
            <a:off x="5703205" y="1158483"/>
            <a:ext cx="1999616" cy="349450"/>
          </a:xfrm>
          <a:prstGeom prst="notched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934200" y="1371600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ANODES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85" decel="100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385" decel="100000"/>
                                        <p:tgtEl>
                                          <p:spTgt spid="2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86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87" dur="38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88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9" dur="38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90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91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85" decel="100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385" decel="100000"/>
                                        <p:tgtEl>
                                          <p:spTgt spid="2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5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96" dur="385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97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8" dur="385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99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0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85" decel="100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385" decel="100000"/>
                                        <p:tgtEl>
                                          <p:spTgt spid="2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04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5" dur="385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06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7" dur="385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08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9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85" decel="100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2" dur="385" decel="100000"/>
                                        <p:tgtEl>
                                          <p:spTgt spid="3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13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14" dur="385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5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6" dur="385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17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32" grpId="0" animBg="1"/>
      <p:bldP spid="34" grpId="0"/>
      <p:bldP spid="20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VECTOR\Desktop\dot matric project ppt work\Investors-Queri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7867" y="2277526"/>
            <a:ext cx="8534400" cy="20893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718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  <a:latin typeface="Algerian" pitchFamily="82" charset="0"/>
              </a:rPr>
              <a:t>THANK YOU</a:t>
            </a:r>
            <a:endParaRPr lang="en-US" b="1" dirty="0">
              <a:solidFill>
                <a:srgbClr val="C00000"/>
              </a:solidFill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84</Words>
  <Application>Microsoft Office PowerPoint</Application>
  <PresentationFormat>On-screen Show (4:3)</PresentationFormat>
  <Paragraphs>37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VECTOR’S DOT MATRIX BOARD</vt:lpstr>
      <vt:lpstr>Slide 2</vt:lpstr>
      <vt:lpstr>INTERFACING</vt:lpstr>
      <vt:lpstr>SINGLE DOT MATRIX SCHEMATIC</vt:lpstr>
      <vt:lpstr>SHIFT REGISTERS</vt:lpstr>
      <vt:lpstr>LATCH</vt:lpstr>
      <vt:lpstr>Slide 7</vt:lpstr>
      <vt:lpstr>Slide 8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Name</cp:lastModifiedBy>
  <cp:revision>105</cp:revision>
  <dcterms:created xsi:type="dcterms:W3CDTF">2006-08-16T00:00:00Z</dcterms:created>
  <dcterms:modified xsi:type="dcterms:W3CDTF">2015-04-14T06:43:05Z</dcterms:modified>
</cp:coreProperties>
</file>
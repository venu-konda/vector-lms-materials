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54C6D-6E9F-7E6D-270E-577CE36BD2BD}" v="14" dt="2022-10-31T11:51:09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04" autoAdjust="0"/>
    <p:restoredTop sz="94660"/>
  </p:normalViewPr>
  <p:slideViewPr>
    <p:cSldViewPr>
      <p:cViewPr varScale="1">
        <p:scale>
          <a:sx n="81" d="100"/>
          <a:sy n="81" d="100"/>
        </p:scale>
        <p:origin x="150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Sekhar G" userId="S::shashank@vectorindia.org::fb2c99a8-899d-42b6-8534-d6af2ff5401d" providerId="AD" clId="Web-{C2E54C6D-6E9F-7E6D-270E-577CE36BD2BD}"/>
    <pc:docChg chg="modSld">
      <pc:chgData name="Shashank Sekhar G" userId="S::shashank@vectorindia.org::fb2c99a8-899d-42b6-8534-d6af2ff5401d" providerId="AD" clId="Web-{C2E54C6D-6E9F-7E6D-270E-577CE36BD2BD}" dt="2022-10-31T11:51:09.453" v="13" actId="20577"/>
      <pc:docMkLst>
        <pc:docMk/>
      </pc:docMkLst>
      <pc:sldChg chg="modSp">
        <pc:chgData name="Shashank Sekhar G" userId="S::shashank@vectorindia.org::fb2c99a8-899d-42b6-8534-d6af2ff5401d" providerId="AD" clId="Web-{C2E54C6D-6E9F-7E6D-270E-577CE36BD2BD}" dt="2022-10-31T11:51:09.453" v="13" actId="20577"/>
        <pc:sldMkLst>
          <pc:docMk/>
          <pc:sldMk cId="0" sldId="257"/>
        </pc:sldMkLst>
        <pc:spChg chg="mod">
          <ac:chgData name="Shashank Sekhar G" userId="S::shashank@vectorindia.org::fb2c99a8-899d-42b6-8534-d6af2ff5401d" providerId="AD" clId="Web-{C2E54C6D-6E9F-7E6D-270E-577CE36BD2BD}" dt="2022-10-31T11:51:09.453" v="13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904E7-5F13-431E-9CD2-994D2185DE54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7781A-655B-4FD9-8CCE-9A6C7ED1944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7781A-655B-4FD9-8CCE-9A6C7ED1944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bqrNg4C98U&amp;t=60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4_zSIXb7tLQ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with TCP/IP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for Interviews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is Network ?</a:t>
            </a:r>
          </a:p>
          <a:p>
            <a:r>
              <a:rPr lang="en-US" dirty="0"/>
              <a:t>What is a Protocol ?</a:t>
            </a:r>
          </a:p>
          <a:p>
            <a:r>
              <a:rPr lang="en-US" dirty="0"/>
              <a:t>Low  Level vs High Level Protocol.</a:t>
            </a:r>
          </a:p>
          <a:p>
            <a:r>
              <a:rPr lang="en-US" dirty="0"/>
              <a:t>What is Protocol Suite ?</a:t>
            </a:r>
          </a:p>
          <a:p>
            <a:r>
              <a:rPr lang="en-US" dirty="0"/>
              <a:t>Embedded Networking.</a:t>
            </a:r>
          </a:p>
          <a:p>
            <a:r>
              <a:rPr lang="en-US" dirty="0"/>
              <a:t>Intra Circuit vs Inter Circuit Communication  ?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TCP/IP (not expansion) ?</a:t>
            </a:r>
          </a:p>
          <a:p>
            <a:r>
              <a:rPr lang="en-US" dirty="0"/>
              <a:t>Evolution of TCP/IP .</a:t>
            </a:r>
          </a:p>
          <a:p>
            <a:r>
              <a:rPr lang="en-US" dirty="0"/>
              <a:t>Goal &amp; Beauty of TCP/IP.</a:t>
            </a:r>
          </a:p>
          <a:p>
            <a:r>
              <a:rPr lang="en-US" dirty="0"/>
              <a:t>Topologies</a:t>
            </a:r>
          </a:p>
          <a:p>
            <a:r>
              <a:rPr lang="en-US" dirty="0"/>
              <a:t>LAN </a:t>
            </a:r>
          </a:p>
          <a:p>
            <a:r>
              <a:rPr lang="en-US" dirty="0"/>
              <a:t>WAN</a:t>
            </a:r>
          </a:p>
          <a:p>
            <a:r>
              <a:rPr lang="en-US" dirty="0"/>
              <a:t>Internet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Network ?</a:t>
            </a:r>
          </a:p>
          <a:p>
            <a:pPr>
              <a:buNone/>
            </a:pPr>
            <a:r>
              <a:rPr lang="en-US" dirty="0"/>
              <a:t>    Network refers to the interconnection of two or more devices  directly or indirectly to accomplish reliable communication using one or more protocols functioning between them.</a:t>
            </a:r>
          </a:p>
          <a:p>
            <a:r>
              <a:rPr lang="en-US" dirty="0">
                <a:solidFill>
                  <a:srgbClr val="FF0000"/>
                </a:solidFill>
              </a:rPr>
              <a:t>What is protocol ?</a:t>
            </a:r>
          </a:p>
          <a:p>
            <a:pPr>
              <a:buNone/>
            </a:pPr>
            <a:r>
              <a:rPr lang="en-US" dirty="0"/>
              <a:t>    Refers to a set of rules, regulations , checkpoints &amp; sometimes standards to be followed for reliable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Low level/bus protocol </a:t>
            </a:r>
            <a:r>
              <a:rPr lang="en-US" dirty="0"/>
              <a:t>involves </a:t>
            </a:r>
            <a:r>
              <a:rPr lang="en-US" dirty="0" err="1"/>
              <a:t>rules,regulation,checkpoints</a:t>
            </a:r>
            <a:r>
              <a:rPr lang="en-US" dirty="0"/>
              <a:t>(logical aspect) &amp; standards(physical aspect) as well.</a:t>
            </a:r>
          </a:p>
          <a:p>
            <a:pPr>
              <a:buNone/>
            </a:pPr>
            <a:r>
              <a:rPr lang="en-US" dirty="0"/>
              <a:t>   Examples: UART’S protocol,I2C,SPI,CAN,etc(wired </a:t>
            </a:r>
            <a:r>
              <a:rPr lang="en-US" dirty="0" err="1"/>
              <a:t>protcols</a:t>
            </a:r>
            <a:r>
              <a:rPr lang="en-US" dirty="0"/>
              <a:t>),</a:t>
            </a:r>
          </a:p>
          <a:p>
            <a:pPr>
              <a:buNone/>
            </a:pPr>
            <a:r>
              <a:rPr lang="en-US" dirty="0"/>
              <a:t>    Phillips RC5 remote control </a:t>
            </a:r>
            <a:r>
              <a:rPr lang="en-US" dirty="0" err="1"/>
              <a:t>protcol,Bluetooth,RF,Wifi,etc</a:t>
            </a:r>
            <a:r>
              <a:rPr lang="en-US" dirty="0"/>
              <a:t>(wireless protocols)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High level protocols </a:t>
            </a:r>
            <a:r>
              <a:rPr lang="en-US" dirty="0"/>
              <a:t>involve only rules , regulation &amp; checkpoints (logical aspect).</a:t>
            </a:r>
          </a:p>
          <a:p>
            <a:r>
              <a:rPr lang="en-US" dirty="0"/>
              <a:t>What is protocol suite ? </a:t>
            </a:r>
          </a:p>
          <a:p>
            <a:pPr>
              <a:buNone/>
            </a:pPr>
            <a:r>
              <a:rPr lang="en-US" dirty="0"/>
              <a:t>    Refers to set/collection/bunch/stack/layers of protocols (BUT NOT just ONE protocol) being used for communication between connected devices.</a:t>
            </a:r>
          </a:p>
          <a:p>
            <a:pPr>
              <a:buNone/>
            </a:pPr>
            <a:r>
              <a:rPr lang="en-US" dirty="0"/>
              <a:t>    Examples: TCP/IP,AUTOSAR etc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Embedded Networking</a:t>
            </a:r>
          </a:p>
          <a:p>
            <a:pPr>
              <a:buNone/>
            </a:pPr>
            <a:r>
              <a:rPr lang="en-US" dirty="0"/>
              <a:t>    Communication ,between two or more standalone embedded devices(inter-circuit) ,or between the CPU(s),or/and CPU(s) with certain peripheral components on the same embedded board(intra circuit) can be referred to as embedded networking.</a:t>
            </a:r>
          </a:p>
          <a:p>
            <a:pPr>
              <a:buNone/>
            </a:pPr>
            <a:r>
              <a:rPr lang="en-US" dirty="0"/>
              <a:t>    Wired &amp; wireless protocol may be involved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TCP/IP 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    The acronym TCP/IP which stands for Transmission Control Protocol/Internet Protocol refers to high level protocol suite created by IETF (Internet Engineering Task Force </a:t>
            </a:r>
            <a:r>
              <a:rPr lang="en-US" dirty="0" err="1"/>
              <a:t>Organisation</a:t>
            </a:r>
            <a:r>
              <a:rPr lang="en-US" dirty="0"/>
              <a:t>) for distributed networking.</a:t>
            </a:r>
          </a:p>
          <a:p>
            <a:pPr>
              <a:buNone/>
            </a:pPr>
            <a:r>
              <a:rPr lang="en-US" dirty="0"/>
              <a:t>    Documents released by IETF are numbered and called as Request For Comments(RFC’s)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Evolution of TCP/IP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    TCP/IP evolved from a result of an successful experiment done by an US department of </a:t>
            </a:r>
            <a:r>
              <a:rPr lang="en-US" dirty="0" err="1"/>
              <a:t>defence</a:t>
            </a:r>
            <a:r>
              <a:rPr lang="en-US" dirty="0"/>
              <a:t> named as ARPANET(Advance research project agency network) to have fault tolerant   distributed network for computers in military units.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Goal of TCP/IP 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 Proprietary protocols were initially used.</a:t>
            </a:r>
          </a:p>
          <a:p>
            <a:pPr>
              <a:buNone/>
            </a:pPr>
            <a:r>
              <a:rPr lang="en-US" dirty="0"/>
              <a:t>     The idea of ARPANET was continued by IETF to create  TCP/IP protocol suite to accomplish reliable communication  irrespective of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hardware make of connected computers &amp; accessories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Geographical positions of connected computers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Topologies of the connected computers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Platform(OS) used/or not between connected computers.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Beauty of TCP/IP:</a:t>
            </a:r>
          </a:p>
          <a:p>
            <a:pPr>
              <a:buNone/>
            </a:pPr>
            <a:r>
              <a:rPr lang="en-US" dirty="0"/>
              <a:t>    Though TCP/IP high level protocol suite emerged  in early 70’s,and worked on top of limited available low level ,bus protocols during that era, still it has been adopting/migrating to work on top of numerous evolving low level/bus protocols (wired/wireless)  </a:t>
            </a:r>
            <a:r>
              <a:rPr lang="en-US" dirty="0" err="1"/>
              <a:t>untill</a:t>
            </a:r>
            <a:r>
              <a:rPr lang="en-US" dirty="0"/>
              <a:t> now &amp; will continue then with few changes possibly.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are network topologies ?</a:t>
            </a:r>
          </a:p>
          <a:p>
            <a:pPr>
              <a:buNone/>
            </a:pPr>
            <a:r>
              <a:rPr lang="en-US" dirty="0"/>
              <a:t>    A topology is the layout  of how a network communicates with different devices.</a:t>
            </a:r>
          </a:p>
          <a:p>
            <a:pPr>
              <a:buNone/>
            </a:pPr>
            <a:r>
              <a:rPr lang="en-US" dirty="0"/>
              <a:t>    Examples: star, </a:t>
            </a:r>
            <a:r>
              <a:rPr lang="en-US" dirty="0" err="1"/>
              <a:t>bus,ring,mesh,hybrid,adhoc,infrastructure,wireless</a:t>
            </a:r>
            <a:r>
              <a:rPr lang="en-US" dirty="0"/>
              <a:t> mesh</a:t>
            </a:r>
          </a:p>
          <a:p>
            <a:pPr>
              <a:buNone/>
            </a:pPr>
            <a:r>
              <a:rPr lang="en-US" dirty="0"/>
              <a:t>    Refer </a:t>
            </a:r>
            <a:r>
              <a:rPr lang="en-US" dirty="0" err="1"/>
              <a:t>url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>
                <a:hlinkClick r:id="rId2"/>
              </a:rPr>
              <a:t> https://www.youtube.com/watch?v=zbqrNg4C98U&amp;t=60s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Networking With TCP/IP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Networking with TCP/IP can be divided into 3  LEARNING/JOB/EARNING AREAS namely: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Network Administration(CCNA/CCNP/</a:t>
            </a:r>
            <a:r>
              <a:rPr lang="en-US" dirty="0" err="1"/>
              <a:t>MCITP,etc</a:t>
            </a:r>
            <a:r>
              <a:rPr lang="en-US" dirty="0"/>
              <a:t> courses need to learned)</a:t>
            </a:r>
          </a:p>
          <a:p>
            <a:pPr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Network Security(Ethical Hacking Courses need to learned)</a:t>
            </a:r>
          </a:p>
          <a:p>
            <a:pPr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Network Programming  (apt </a:t>
            </a:r>
            <a:r>
              <a:rPr lang="en-US"/>
              <a:t>for vector </a:t>
            </a:r>
            <a:r>
              <a:rPr lang="en-US" dirty="0"/>
              <a:t>embedded   </a:t>
            </a:r>
            <a:r>
              <a:rPr lang="en-US" dirty="0" err="1"/>
              <a:t>engineers,requires</a:t>
            </a:r>
            <a:r>
              <a:rPr lang="en-US" dirty="0"/>
              <a:t> knowledge of C </a:t>
            </a:r>
            <a:r>
              <a:rPr lang="en-US" dirty="0" err="1"/>
              <a:t>programming,OS</a:t>
            </a:r>
            <a:r>
              <a:rPr lang="en-US" dirty="0"/>
              <a:t> </a:t>
            </a:r>
            <a:r>
              <a:rPr lang="en-US" dirty="0" err="1"/>
              <a:t>concepts,Networking</a:t>
            </a:r>
            <a:r>
              <a:rPr lang="en-US" dirty="0"/>
              <a:t>(BSD POSIX compliant socket )APIs for implementing communication between systems)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</a:t>
            </a:r>
          </a:p>
          <a:p>
            <a:pPr>
              <a:buNone/>
            </a:pPr>
            <a:r>
              <a:rPr lang="en-US" dirty="0"/>
              <a:t>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Depend on how large network are and how much of an area they cover geographically.</a:t>
            </a:r>
          </a:p>
          <a:p>
            <a:r>
              <a:rPr lang="en-US" dirty="0">
                <a:solidFill>
                  <a:srgbClr val="FF0000"/>
                </a:solidFill>
              </a:rPr>
              <a:t>LAN(Local Area Network</a:t>
            </a:r>
            <a:r>
              <a:rPr lang="en-US" dirty="0"/>
              <a:t>) is that which supports broadcast communication .What the transmitter send traverse through the medium/path unchanged/changed physically(signal &amp; frame) before it reaches the receiver as it is.</a:t>
            </a:r>
          </a:p>
          <a:p>
            <a:r>
              <a:rPr lang="en-US" dirty="0"/>
              <a:t>Connecting Device (DCE’s) which </a:t>
            </a:r>
            <a:r>
              <a:rPr lang="en-US" dirty="0" err="1"/>
              <a:t>facillate</a:t>
            </a:r>
            <a:r>
              <a:rPr lang="en-US" dirty="0"/>
              <a:t> communication on such network are </a:t>
            </a:r>
            <a:r>
              <a:rPr lang="en-US" dirty="0" err="1"/>
              <a:t>repeater,hub,bridge,switch,router</a:t>
            </a:r>
            <a:r>
              <a:rPr lang="en-US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WAN(Wide Area Network) </a:t>
            </a:r>
            <a:r>
              <a:rPr lang="en-US" dirty="0"/>
              <a:t>is that which supports point to point communication . What ever the transmitter sends may be changed as preferred physically(signal &amp; frame) before reaching the receiver as it is.</a:t>
            </a:r>
          </a:p>
          <a:p>
            <a:r>
              <a:rPr lang="en-US" dirty="0"/>
              <a:t>Connecting Devices(DCE’s) which facilitate communication on such network are </a:t>
            </a:r>
            <a:r>
              <a:rPr lang="en-US" dirty="0" err="1"/>
              <a:t>Router,Gateway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Interconnection of two or more LANs makes a WAN.</a:t>
            </a:r>
          </a:p>
          <a:p>
            <a:r>
              <a:rPr lang="en-US" dirty="0"/>
              <a:t>Interconnection of two or more LANS/WANs using  commercial communication service providers networks(ISPs) is what we call as INTERNET today.</a:t>
            </a:r>
          </a:p>
          <a:p>
            <a:r>
              <a:rPr lang="en-US" dirty="0"/>
              <a:t>Connecting devices(DCE’s) such </a:t>
            </a:r>
            <a:r>
              <a:rPr lang="en-US" dirty="0" err="1"/>
              <a:t>Modems,CSU</a:t>
            </a:r>
            <a:r>
              <a:rPr lang="en-US" dirty="0"/>
              <a:t>/DSU are used to facilitate communication.</a:t>
            </a:r>
          </a:p>
          <a:p>
            <a:r>
              <a:rPr lang="en-US" dirty="0"/>
              <a:t>Refer </a:t>
            </a:r>
            <a:r>
              <a:rPr lang="en-US" dirty="0" err="1"/>
              <a:t>url</a:t>
            </a:r>
            <a:r>
              <a:rPr lang="en-US" dirty="0"/>
              <a:t> : </a:t>
            </a:r>
            <a:r>
              <a:rPr lang="en-US" dirty="0">
                <a:hlinkClick r:id="rId2"/>
              </a:rPr>
              <a:t>https://www.youtube.com/watch?v=4_zSIXb7tLQ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891</Words>
  <Application>Microsoft Office PowerPoint</Application>
  <PresentationFormat>On-screen Show (4:3)</PresentationFormat>
  <Paragraphs>71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Networking with TCP/IP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About Networking With TCP/IP</vt:lpstr>
      <vt:lpstr>Network Types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shashank ganla</dc:creator>
  <cp:lastModifiedBy>sysadmin hyd</cp:lastModifiedBy>
  <cp:revision>95</cp:revision>
  <dcterms:created xsi:type="dcterms:W3CDTF">2006-08-16T00:00:00Z</dcterms:created>
  <dcterms:modified xsi:type="dcterms:W3CDTF">2023-02-21T11:45:42Z</dcterms:modified>
</cp:coreProperties>
</file>
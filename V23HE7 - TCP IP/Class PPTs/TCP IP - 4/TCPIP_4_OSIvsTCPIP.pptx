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9" r:id="rId3"/>
    <p:sldId id="270" r:id="rId4"/>
    <p:sldId id="282" r:id="rId5"/>
    <p:sldId id="281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995235-835B-30CA-6072-6BAB5B2B2D98}" v="6" dt="2022-10-12T06:18:51.2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04" autoAdjust="0"/>
    <p:restoredTop sz="94660"/>
  </p:normalViewPr>
  <p:slideViewPr>
    <p:cSldViewPr>
      <p:cViewPr varScale="1">
        <p:scale>
          <a:sx n="81" d="100"/>
          <a:sy n="81" d="100"/>
        </p:scale>
        <p:origin x="150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shank Sekhar G" userId="S::shashank@vectorindia.org::fb2c99a8-899d-42b6-8534-d6af2ff5401d" providerId="AD" clId="Web-{3E995235-835B-30CA-6072-6BAB5B2B2D98}"/>
    <pc:docChg chg="addSld modSld">
      <pc:chgData name="Shashank Sekhar G" userId="S::shashank@vectorindia.org::fb2c99a8-899d-42b6-8534-d6af2ff5401d" providerId="AD" clId="Web-{3E995235-835B-30CA-6072-6BAB5B2B2D98}" dt="2022-10-12T06:18:51.265" v="12" actId="14100"/>
      <pc:docMkLst>
        <pc:docMk/>
      </pc:docMkLst>
      <pc:sldChg chg="addSp delSp modSp new mod setBg">
        <pc:chgData name="Shashank Sekhar G" userId="S::shashank@vectorindia.org::fb2c99a8-899d-42b6-8534-d6af2ff5401d" providerId="AD" clId="Web-{3E995235-835B-30CA-6072-6BAB5B2B2D98}" dt="2022-10-12T06:18:51.265" v="12" actId="14100"/>
        <pc:sldMkLst>
          <pc:docMk/>
          <pc:sldMk cId="1715929626" sldId="282"/>
        </pc:sldMkLst>
        <pc:spChg chg="add del">
          <ac:chgData name="Shashank Sekhar G" userId="S::shashank@vectorindia.org::fb2c99a8-899d-42b6-8534-d6af2ff5401d" providerId="AD" clId="Web-{3E995235-835B-30CA-6072-6BAB5B2B2D98}" dt="2022-10-12T06:18:25.874" v="7"/>
          <ac:spMkLst>
            <pc:docMk/>
            <pc:sldMk cId="1715929626" sldId="282"/>
            <ac:spMk id="4" creationId="{42A4FC2C-047E-45A5-965D-8E1E3BF09BC6}"/>
          </ac:spMkLst>
        </pc:spChg>
        <pc:spChg chg="add del">
          <ac:chgData name="Shashank Sekhar G" userId="S::shashank@vectorindia.org::fb2c99a8-899d-42b6-8534-d6af2ff5401d" providerId="AD" clId="Web-{3E995235-835B-30CA-6072-6BAB5B2B2D98}" dt="2022-10-12T06:18:00.436" v="3"/>
          <ac:spMkLst>
            <pc:docMk/>
            <pc:sldMk cId="1715929626" sldId="282"/>
            <ac:spMk id="7" creationId="{42A4FC2C-047E-45A5-965D-8E1E3BF09BC6}"/>
          </ac:spMkLst>
        </pc:spChg>
        <pc:picChg chg="add mod">
          <ac:chgData name="Shashank Sekhar G" userId="S::shashank@vectorindia.org::fb2c99a8-899d-42b6-8534-d6af2ff5401d" providerId="AD" clId="Web-{3E995235-835B-30CA-6072-6BAB5B2B2D98}" dt="2022-10-12T06:18:51.265" v="12" actId="14100"/>
          <ac:picMkLst>
            <pc:docMk/>
            <pc:sldMk cId="1715929626" sldId="282"/>
            <ac:picMk id="2" creationId="{7FD3F2A0-BDEB-B289-2630-0D7F675F422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Network with TCP/IP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Overview for Interviews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 descr="Internet Protocol Suite - an overview | ScienceDirect Topic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990600"/>
            <a:ext cx="8839200" cy="5715000"/>
          </a:xfrm>
          <a:prstGeom prst="rect">
            <a:avLst/>
          </a:prstGeom>
          <a:noFill/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8" name="Picture 4" descr="Internet Protocol Suite - an overview | ScienceDirect Topic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3810000"/>
            <a:ext cx="7239000" cy="2819400"/>
          </a:xfrm>
          <a:prstGeom prst="rect">
            <a:avLst/>
          </a:prstGeom>
          <a:noFill/>
        </p:spPr>
      </p:pic>
      <p:sp>
        <p:nvSpPr>
          <p:cNvPr id="26630" name="AutoShape 6" descr="OSI Model and TCP IP Model Complete Guide (7 Layers of OSI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632" name="AutoShape 8" descr="OSI Model and TCP IP Model Complete Guide (7 Layers of OSI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634" name="AutoShape 10" descr="OSI Model and TCP IP Model Complete Guide (7 Layers of OSI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636" name="AutoShape 12" descr="OSI Model and TCP IP Model Complete Guide (7 Layers of OSI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194" name="AutoShape 2" descr="OSI Model and TCP IP Model Complete Guide (7 Layers of OSI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152400"/>
            <a:ext cx="8001000" cy="3457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FD3F2A0-BDEB-B289-2630-0D7F675F4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22" y="6052"/>
            <a:ext cx="9149843" cy="6856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929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</a:t>
            </a:r>
          </a:p>
        </p:txBody>
      </p:sp>
      <p:sp>
        <p:nvSpPr>
          <p:cNvPr id="21506" name="AutoShape 2" descr="What are the main function of each and every layer of TCP/IP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What are the main function of each and every layer of TCP/IP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10" name="AutoShape 6" descr="What are the main function of each and every layer of TCP/IP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12" name="AutoShape 8" descr="What are the main function of each and every layer of TCP/IP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1513" name="Picture 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524000"/>
            <a:ext cx="91440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1231</TotalTime>
  <Words>9</Words>
  <Application>Microsoft Office PowerPoint</Application>
  <PresentationFormat>On-screen Show (4:3)</PresentationFormat>
  <Paragraphs>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Network with TCP/IP</vt:lpstr>
      <vt:lpstr>PowerPoint Presentation</vt:lpstr>
      <vt:lpstr>PowerPoint Presentation</vt:lpstr>
      <vt:lpstr>PowerPoint Presentation</vt:lpstr>
      <vt:lpstr>Encapsulation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AGENDA</dc:title>
  <dc:creator>shashank ganla</dc:creator>
  <cp:lastModifiedBy>sysadmin hyd</cp:lastModifiedBy>
  <cp:revision>130</cp:revision>
  <dcterms:created xsi:type="dcterms:W3CDTF">2006-08-16T00:00:00Z</dcterms:created>
  <dcterms:modified xsi:type="dcterms:W3CDTF">2023-06-24T02:24:14Z</dcterms:modified>
</cp:coreProperties>
</file>
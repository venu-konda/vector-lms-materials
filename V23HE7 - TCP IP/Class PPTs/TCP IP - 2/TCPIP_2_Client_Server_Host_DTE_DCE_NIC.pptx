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259" r:id="rId3"/>
    <p:sldId id="272" r:id="rId4"/>
    <p:sldId id="273" r:id="rId5"/>
    <p:sldId id="274" r:id="rId6"/>
    <p:sldId id="275" r:id="rId7"/>
    <p:sldId id="278" r:id="rId8"/>
    <p:sldId id="261" r:id="rId9"/>
    <p:sldId id="279" r:id="rId10"/>
    <p:sldId id="276" r:id="rId11"/>
    <p:sldId id="280" r:id="rId12"/>
    <p:sldId id="277" r:id="rId13"/>
    <p:sldId id="281" r:id="rId14"/>
    <p:sldId id="282" r:id="rId15"/>
    <p:sldId id="283" r:id="rId16"/>
    <p:sldId id="284" r:id="rId17"/>
    <p:sldId id="287" r:id="rId18"/>
    <p:sldId id="285" r:id="rId19"/>
    <p:sldId id="28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815064-5A4D-DFCE-878D-320B77E41A54}" v="2" dt="2021-10-08T07:19:5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>
      <p:cViewPr varScale="1">
        <p:scale>
          <a:sx n="81" d="100"/>
          <a:sy n="81" d="100"/>
        </p:scale>
        <p:origin x="150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ekhar G" userId="S::shashank@vectorindia.org::fb2c99a8-899d-42b6-8534-d6af2ff5401d" providerId="AD" clId="Web-{05815064-5A4D-DFCE-878D-320B77E41A54}"/>
    <pc:docChg chg="modSld">
      <pc:chgData name="Shashank Sekhar G" userId="S::shashank@vectorindia.org::fb2c99a8-899d-42b6-8534-d6af2ff5401d" providerId="AD" clId="Web-{05815064-5A4D-DFCE-878D-320B77E41A54}" dt="2021-10-08T07:19:52.369" v="1" actId="20577"/>
      <pc:docMkLst>
        <pc:docMk/>
      </pc:docMkLst>
      <pc:sldChg chg="modSp">
        <pc:chgData name="Shashank Sekhar G" userId="S::shashank@vectorindia.org::fb2c99a8-899d-42b6-8534-d6af2ff5401d" providerId="AD" clId="Web-{05815064-5A4D-DFCE-878D-320B77E41A54}" dt="2021-10-08T07:19:52.369" v="1" actId="20577"/>
        <pc:sldMkLst>
          <pc:docMk/>
          <pc:sldMk cId="0" sldId="259"/>
        </pc:sldMkLst>
        <pc:spChg chg="mod">
          <ac:chgData name="Shashank Sekhar G" userId="S::shashank@vectorindia.org::fb2c99a8-899d-42b6-8534-d6af2ff5401d" providerId="AD" clId="Web-{05815064-5A4D-DFCE-878D-320B77E41A54}" dt="2021-10-08T07:19:52.369" v="1" actId="20577"/>
          <ac:spMkLst>
            <pc:docMk/>
            <pc:sldMk cId="0" sldId="25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41F10-C9F0-47BE-B9F0-9B2F1C85DCFD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D7B7B-5AE5-45A4-AEEE-B4192AEFE6D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9452-E526-4012-9FA7-89C36AF04AD3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0A2F-6A4A-4350-B9EA-7901E6D8E7D3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6C02B-B3F5-4A5A-87F2-664296C65C2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AB24-D646-4FA8-9558-B8A949976476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85CB-9E7C-43CE-9C7B-444B4CED22DE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367CF-0F84-4B78-979B-5C01B00D4F51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6F36-1AA4-488F-8862-FCBB3E3F55FA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2BEA-97A5-44E3-8CB1-15A382D1FA6C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86D17-A2B6-4469-B381-9C261970CD39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3751-364B-4891-BCC8-43481CC628B7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3F346-FE8E-42AF-9CFB-FE115A4F7141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with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for </a:t>
            </a:r>
            <a:r>
              <a:rPr lang="en-US"/>
              <a:t>Interviews Cont’d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85828-44C6-461E-9985-195B4322118D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AGENGA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What is a process ?</a:t>
            </a:r>
          </a:p>
          <a:p>
            <a:r>
              <a:rPr lang="en-US" dirty="0"/>
              <a:t>Client – Server Model of communication.</a:t>
            </a:r>
          </a:p>
          <a:p>
            <a:r>
              <a:rPr lang="en-US" dirty="0"/>
              <a:t>What is Server ?</a:t>
            </a:r>
          </a:p>
          <a:p>
            <a:r>
              <a:rPr lang="en-US" dirty="0"/>
              <a:t>What is Client ?</a:t>
            </a:r>
          </a:p>
          <a:p>
            <a:r>
              <a:rPr lang="en-US" dirty="0"/>
              <a:t>What are </a:t>
            </a:r>
            <a:r>
              <a:rPr lang="en-US" dirty="0" err="1"/>
              <a:t>Host,DTE</a:t>
            </a:r>
            <a:r>
              <a:rPr lang="en-US" dirty="0"/>
              <a:t> ,</a:t>
            </a:r>
            <a:r>
              <a:rPr lang="en-US" dirty="0" err="1"/>
              <a:t>DCE,Node</a:t>
            </a:r>
            <a:r>
              <a:rPr lang="en-US" dirty="0"/>
              <a:t>?</a:t>
            </a:r>
          </a:p>
          <a:p>
            <a:r>
              <a:rPr lang="en-US" dirty="0"/>
              <a:t>Illustration of Host(TCP/IP layers)</a:t>
            </a:r>
          </a:p>
          <a:p>
            <a:r>
              <a:rPr lang="en-US" dirty="0"/>
              <a:t>NIC/Network Adaptor/Network Card</a:t>
            </a:r>
          </a:p>
          <a:p>
            <a:r>
              <a:rPr lang="en-US" dirty="0"/>
              <a:t>Illustration of Host to Host Connectivity thru TCP/IP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73A0-E874-4A6C-942C-288B89AE5858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Server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Process is a running instance of a program.</a:t>
            </a:r>
          </a:p>
          <a:p>
            <a:r>
              <a:rPr lang="en-US" dirty="0"/>
              <a:t>For any two processes to communicate which each other , using TCP/IP protocol suite , whether they are available on the same system/device or two separate devices with same LAN or WAN or Internet MUST follow the client-server models for communication.</a:t>
            </a:r>
          </a:p>
          <a:p>
            <a:r>
              <a:rPr lang="en-US" dirty="0">
                <a:solidFill>
                  <a:srgbClr val="FF0000"/>
                </a:solidFill>
              </a:rPr>
              <a:t>Server Process </a:t>
            </a:r>
            <a:r>
              <a:rPr lang="en-US" dirty="0"/>
              <a:t>is that which provides service upon request from client. </a:t>
            </a:r>
          </a:p>
          <a:p>
            <a:r>
              <a:rPr lang="en-US" dirty="0"/>
              <a:t>It is supposed to run first and should always be infinitely running unless system shutdown or process aborted.</a:t>
            </a:r>
          </a:p>
          <a:p>
            <a:r>
              <a:rPr lang="en-US" dirty="0"/>
              <a:t>It is said to be </a:t>
            </a:r>
            <a:r>
              <a:rPr lang="en-US" dirty="0">
                <a:solidFill>
                  <a:srgbClr val="FF0000"/>
                </a:solidFill>
              </a:rPr>
              <a:t>passively open </a:t>
            </a:r>
            <a:r>
              <a:rPr lang="en-US" dirty="0"/>
              <a:t>as long as no request is being served by it towards any client.</a:t>
            </a:r>
          </a:p>
          <a:p>
            <a:r>
              <a:rPr lang="en-US" dirty="0"/>
              <a:t>It becomes </a:t>
            </a:r>
            <a:r>
              <a:rPr lang="en-US" dirty="0">
                <a:solidFill>
                  <a:srgbClr val="FF0000"/>
                </a:solidFill>
              </a:rPr>
              <a:t>active open </a:t>
            </a:r>
            <a:r>
              <a:rPr lang="en-US" dirty="0"/>
              <a:t>upon any client’s requests made and is serving  that client and remains in that state. </a:t>
            </a:r>
          </a:p>
          <a:p>
            <a:r>
              <a:rPr lang="en-US" dirty="0"/>
              <a:t>It becomes  passive open again when no clients are being served it.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8099-353E-43D2-A062-9A594E8B13DF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Client Process </a:t>
            </a:r>
            <a:r>
              <a:rPr lang="en-US" dirty="0"/>
              <a:t>is that which initiates/opens communication with server , takes service from it until desired and terminates/closes communication with server.</a:t>
            </a:r>
          </a:p>
          <a:p>
            <a:r>
              <a:rPr lang="en-US" dirty="0">
                <a:solidFill>
                  <a:srgbClr val="FF0000"/>
                </a:solidFill>
              </a:rPr>
              <a:t>When Client opens </a:t>
            </a:r>
            <a:r>
              <a:rPr lang="en-US" dirty="0"/>
              <a:t>communication with server and along as taking service from it is said to be </a:t>
            </a:r>
            <a:r>
              <a:rPr lang="en-US" dirty="0">
                <a:solidFill>
                  <a:srgbClr val="FF0000"/>
                </a:solidFill>
              </a:rPr>
              <a:t>active open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When client closes </a:t>
            </a:r>
            <a:r>
              <a:rPr lang="en-US" dirty="0"/>
              <a:t>communication with server it said to be </a:t>
            </a:r>
            <a:r>
              <a:rPr lang="en-US" dirty="0">
                <a:solidFill>
                  <a:srgbClr val="FF0000"/>
                </a:solidFill>
              </a:rPr>
              <a:t>active close</a:t>
            </a:r>
            <a:r>
              <a:rPr lang="en-US" dirty="0"/>
              <a:t>.</a:t>
            </a:r>
          </a:p>
          <a:p>
            <a:r>
              <a:rPr lang="en-US" dirty="0"/>
              <a:t>Client should be finite process.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23FB-2F58-4973-8552-449FDE719795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 Client server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One Server serving One Client</a:t>
            </a:r>
          </a:p>
          <a:p>
            <a:r>
              <a:rPr lang="en-US" dirty="0"/>
              <a:t>One Server serving Multiple Clients ,where clients are communicating with server without regard/concern of  each other.</a:t>
            </a:r>
          </a:p>
          <a:p>
            <a:r>
              <a:rPr lang="en-US" dirty="0"/>
              <a:t>One Server is acting as a </a:t>
            </a:r>
            <a:r>
              <a:rPr lang="en-US" dirty="0" err="1"/>
              <a:t>mediater</a:t>
            </a:r>
            <a:r>
              <a:rPr lang="en-US" dirty="0"/>
              <a:t> between two or more clients communicating with each other.</a:t>
            </a:r>
          </a:p>
          <a:p>
            <a:r>
              <a:rPr lang="en-US" dirty="0"/>
              <a:t>One Server behaves as a client </a:t>
            </a:r>
            <a:r>
              <a:rPr lang="en-US" dirty="0" err="1"/>
              <a:t>wrt</a:t>
            </a:r>
            <a:r>
              <a:rPr lang="en-US" dirty="0"/>
              <a:t> another Server to provide service to a client.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5BD7-F871-4C57-82E5-343420B9687B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 : Any system/device which runs a client process/server process/both.</a:t>
            </a:r>
          </a:p>
          <a:p>
            <a:r>
              <a:rPr lang="en-US" dirty="0"/>
              <a:t>DTE (Data Terminal Equipment) : End points in any communication network .</a:t>
            </a:r>
          </a:p>
          <a:p>
            <a:r>
              <a:rPr lang="en-US" dirty="0"/>
              <a:t>DCE (Data Communication Equipment) : Intermediate devices which facilitate communication directly or indirectly between two or more DTEs.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F9CAF-EBC4-440C-886F-0217A5466321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Node 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Any device which is part of the TCP/IP    network is generically referred to as a node.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Hence Host/DTE/DCE are all nodes.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 Host may be DCE/DTE.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Every DCE/DTE is not a Host.</a:t>
            </a:r>
          </a:p>
          <a:p>
            <a:pPr>
              <a:buNone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0A2F-6A4A-4350-B9EA-7901E6D8E7D3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ur Layers of original TCP/IP model, Functions of four layers of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39336-6975-43FB-982A-9A9EB8E95AE5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NIC :</a:t>
            </a:r>
          </a:p>
          <a:p>
            <a:pPr>
              <a:buNone/>
            </a:pPr>
            <a:r>
              <a:rPr lang="en-US" dirty="0"/>
              <a:t>   Network Interface Card/Network Interface Controller/Network Adaptor refers an embedded system through which another system can  associate/connect physically to be part of some network.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NIC/Network Adaptors</a:t>
            </a:r>
          </a:p>
        </p:txBody>
      </p:sp>
      <p:pic>
        <p:nvPicPr>
          <p:cNvPr id="4" name="Picture 2" descr="https://encrypted-tbn0.gstatic.com/images?q=tbn%3AANd9GcTNoMPREaFH_q_78hnCYw7eHsT_WS2PmOiImolDrMn6Ss4f8uaf0kg6m0t8Y3ygR87T06roVaQ&amp;usqp=CA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962400"/>
            <a:ext cx="3048000" cy="2567940"/>
          </a:xfrm>
          <a:prstGeom prst="rect">
            <a:avLst/>
          </a:prstGeom>
          <a:noFill/>
        </p:spPr>
      </p:pic>
      <p:pic>
        <p:nvPicPr>
          <p:cNvPr id="8194" name="Picture 2" descr="10 best Ethernet controller driver devices for Windows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3581400"/>
            <a:ext cx="4343400" cy="2971800"/>
          </a:xfrm>
          <a:prstGeom prst="rect">
            <a:avLst/>
          </a:prstGeom>
          <a:noFill/>
        </p:spPr>
      </p:pic>
      <p:pic>
        <p:nvPicPr>
          <p:cNvPr id="1026" name="Picture 2" descr="ENC28J60 Ethernet LAN Network Module | ElectroPeak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0" y="990600"/>
            <a:ext cx="4191000" cy="2895600"/>
          </a:xfrm>
          <a:prstGeom prst="rect">
            <a:avLst/>
          </a:prstGeom>
          <a:noFill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18941-CAFC-4CF2-B772-AF7D31C75115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NIC/Network Adaptors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6" name="Picture 2" descr="SIM800 GSM Module at Rs 850 /no(s) | Gsm Module | ID: 115965542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66800"/>
            <a:ext cx="4114800" cy="2971800"/>
          </a:xfrm>
          <a:prstGeom prst="rect">
            <a:avLst/>
          </a:prstGeom>
          <a:noFill/>
        </p:spPr>
      </p:pic>
      <p:pic>
        <p:nvPicPr>
          <p:cNvPr id="1028" name="Picture 4" descr="USB to GSM Module Quad band GSM GPRS SIM800C Module With Bluetooth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914400"/>
            <a:ext cx="3514725" cy="3200400"/>
          </a:xfrm>
          <a:prstGeom prst="rect">
            <a:avLst/>
          </a:prstGeom>
          <a:noFill/>
        </p:spPr>
      </p:pic>
      <p:pic>
        <p:nvPicPr>
          <p:cNvPr id="1030" name="Picture 6" descr="USB TO ESP8266 WIFI MODULE ADAPTER BOARD | | iFuture Technolog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4343400"/>
            <a:ext cx="3581400" cy="2143125"/>
          </a:xfrm>
          <a:prstGeom prst="rect">
            <a:avLst/>
          </a:prstGeom>
          <a:noFill/>
        </p:spPr>
      </p:pic>
      <p:pic>
        <p:nvPicPr>
          <p:cNvPr id="1032" name="Picture 8" descr="Sensors Modules Esp8266 Wifi Module | Sensors Module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" y="4114800"/>
            <a:ext cx="4267200" cy="220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Host to Host Connectivity</a:t>
            </a:r>
          </a:p>
        </p:txBody>
      </p:sp>
      <p:pic>
        <p:nvPicPr>
          <p:cNvPr id="31746" name="Picture 2" descr="What is TCP IP model with history - All Major Seven Subject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382000" cy="5181600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D08F7-9D4F-4D91-90C7-D90DC4BC08F4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32117-0A71-0E64-7658-F3E40080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C8192-D35A-6980-077C-C6E1C0EA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 descr="Example for communication between two hosts">
            <a:extLst>
              <a:ext uri="{FF2B5EF4-FFF2-40B4-BE49-F238E27FC236}">
                <a16:creationId xmlns:a16="http://schemas.microsoft.com/office/drawing/2014/main" id="{3011D30E-1D70-9534-7A6B-6980E3DE7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2" y="304800"/>
            <a:ext cx="7956875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099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DAC9D-782A-7BA5-3C32-92FB6B26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439EA-2E3F-521B-6B61-9B9D383F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5828C-7E94-E3A4-C297-99BB16C8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050" name="Picture 2" descr="TCP IP Model | Layers and Importance - InterviewBit">
            <a:extLst>
              <a:ext uri="{FF2B5EF4-FFF2-40B4-BE49-F238E27FC236}">
                <a16:creationId xmlns:a16="http://schemas.microsoft.com/office/drawing/2014/main" id="{9102B301-FF39-B266-AC42-93A07C479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059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23620-CCE6-6769-3F4C-EF35B449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BDAF6-B7FE-BC82-F605-DA056100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AutoShape 2" descr="Host to Host Communication- CompTIA Network+ | Electrical Academia">
            <a:extLst>
              <a:ext uri="{FF2B5EF4-FFF2-40B4-BE49-F238E27FC236}">
                <a16:creationId xmlns:a16="http://schemas.microsoft.com/office/drawing/2014/main" id="{6E218802-EF19-AB1B-6126-4FC66A9470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Host to Host Communication- CompTIA Network+ | Electrical Academia">
            <a:extLst>
              <a:ext uri="{FF2B5EF4-FFF2-40B4-BE49-F238E27FC236}">
                <a16:creationId xmlns:a16="http://schemas.microsoft.com/office/drawing/2014/main" id="{1180DC65-8EA8-C6F1-6C6F-24972A06B4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165922-4AA1-4407-BC61-67799128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21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E120A-AB14-294D-A3A4-FAAA346C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534D5-0851-388D-A6FB-3DF6D249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A5516-E44F-0B55-6348-E8E16EC3F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4098" name="Picture 2" descr="The Internet protocol suite: TCP/IP - Explore networkhope.in %">
            <a:extLst>
              <a:ext uri="{FF2B5EF4-FFF2-40B4-BE49-F238E27FC236}">
                <a16:creationId xmlns:a16="http://schemas.microsoft.com/office/drawing/2014/main" id="{2BE2D873-533F-39C5-A70D-6BFC15B6C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19063"/>
            <a:ext cx="8286750" cy="661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872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C049-F5DA-75A3-829C-0819FC786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4CEEC-D63E-7551-7B73-D57AE4D9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C476A-F56A-F233-8E33-ED669190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 descr="TCP/IP) Communication protocols and models - SCL Training">
            <a:extLst>
              <a:ext uri="{FF2B5EF4-FFF2-40B4-BE49-F238E27FC236}">
                <a16:creationId xmlns:a16="http://schemas.microsoft.com/office/drawing/2014/main" id="{7A02C550-8251-59FA-92E6-ED075E983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24" y="0"/>
            <a:ext cx="896487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476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5ED0-0C84-BEC2-E683-CE273BC3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2702D-F378-0913-F769-DAD73A1D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DBEF-7126-878C-D997-82BAC6B3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26" name="Picture 2" descr="What is TCP/IP Model and its Different Layers? | Intellipaat">
            <a:extLst>
              <a:ext uri="{FF2B5EF4-FFF2-40B4-BE49-F238E27FC236}">
                <a16:creationId xmlns:a16="http://schemas.microsoft.com/office/drawing/2014/main" id="{78E5F967-B893-057A-E048-C74511BC0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649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10087-0B8C-AFCA-159B-75053212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BE94-52A2-45CE-88EA-7DE96CE80E80}" type="datetime1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E8FF0-D2F0-33CA-63E5-DC7AB4B22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050" name="Picture 2" descr="TCP/IP Protocols">
            <a:extLst>
              <a:ext uri="{FF2B5EF4-FFF2-40B4-BE49-F238E27FC236}">
                <a16:creationId xmlns:a16="http://schemas.microsoft.com/office/drawing/2014/main" id="{EFA55DB1-EA4A-FE24-133A-12EC182D4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21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520</Words>
  <Application>Microsoft Office PowerPoint</Application>
  <PresentationFormat>On-screen Show (4:3)</PresentationFormat>
  <Paragraphs>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Network with TCP/IP</vt:lpstr>
      <vt:lpstr>AGENGA</vt:lpstr>
      <vt:lpstr>Client Server Models</vt:lpstr>
      <vt:lpstr>PowerPoint Presentation</vt:lpstr>
      <vt:lpstr>Few Client server Models</vt:lpstr>
      <vt:lpstr>PowerPoint Presentation</vt:lpstr>
      <vt:lpstr>PowerPoint Presentation</vt:lpstr>
      <vt:lpstr>PowerPoint Presentation</vt:lpstr>
      <vt:lpstr>PowerPoint Presentation</vt:lpstr>
      <vt:lpstr>NIC/Network Adaptors</vt:lpstr>
      <vt:lpstr>NIC/Network Adaptors</vt:lpstr>
      <vt:lpstr>Host to Host Connectivity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shashank ganla</dc:creator>
  <cp:lastModifiedBy>sysadmin hyd</cp:lastModifiedBy>
  <cp:revision>87</cp:revision>
  <dcterms:created xsi:type="dcterms:W3CDTF">2006-08-16T00:00:00Z</dcterms:created>
  <dcterms:modified xsi:type="dcterms:W3CDTF">2023-10-30T11:19:16Z</dcterms:modified>
</cp:coreProperties>
</file>
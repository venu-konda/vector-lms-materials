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349" r:id="rId2"/>
    <p:sldId id="342" r:id="rId3"/>
    <p:sldId id="357" r:id="rId4"/>
    <p:sldId id="351" r:id="rId5"/>
    <p:sldId id="343" r:id="rId6"/>
    <p:sldId id="345" r:id="rId7"/>
    <p:sldId id="344" r:id="rId8"/>
    <p:sldId id="346" r:id="rId9"/>
    <p:sldId id="356" r:id="rId10"/>
    <p:sldId id="347" r:id="rId11"/>
    <p:sldId id="353" r:id="rId12"/>
    <p:sldId id="354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397D2-3D22-4A8E-9C63-6E0AB93A2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03594-5B53-472C-8D8A-0E7F5FFF0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FEA7A-31C2-42F9-81C5-5222D87E1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0C902-3550-4F8D-8478-64EEDB183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F7AF-A16A-408E-B35F-5BCE70BD9B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26C0F-1242-45D1-8C68-DF6993B52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FEEC3-0B4E-4698-9802-BEA197FAE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76833-FCBD-487B-85BD-6C5462FD8F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F01CE-10FD-47B9-8D77-55B54B5D5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70320-E3DD-4098-B0FC-73570C9CD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296B5-4E9E-4963-A364-77FCE1360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+mn-lt"/>
              </a:defRPr>
            </a:lvl1pPr>
          </a:lstStyle>
          <a:p>
            <a:pPr>
              <a:defRPr/>
            </a:pPr>
            <a:fld id="{A660CA4A-5A03-435B-9C6C-B844472819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otstarters.com/how-to-send-sensor-data-to-thingspeak-using-raspberry-p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8936-3A7C-B22E-C82B-4BF0C08E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F5BDFC-2DAE-1F60-D2AB-1C589BD22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56" y="1699401"/>
            <a:ext cx="7372888" cy="489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52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0BB6-2705-E017-0105-2C2D96C8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1C686-9C75-E5B2-9EA1-FD400E351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0" i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 </a:t>
            </a:r>
            <a:r>
              <a:rPr lang="en-US" sz="2400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 open-source software written in Ruby which allows users to communicate with internet enabled devices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platform providing various services exclusively targeted for building IoT applications. </a:t>
            </a:r>
          </a:p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the capabilities of real-time data collection, visualizing the collected data in the form of charts, ability to create plugins and apps for collaborating with web services, social network and other APIs. </a:t>
            </a:r>
          </a:p>
          <a:p>
            <a:pPr algn="just"/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instant visualizations of data posted by your devices to </a:t>
            </a:r>
            <a:r>
              <a:rPr lang="en-US" sz="24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sz="20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230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0BB6-2705-E017-0105-2C2D96C8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1C686-9C75-E5B2-9EA1-FD400E351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8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sz="28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IoT platform enables clients to update and receive updates from channel feeds via the </a:t>
            </a:r>
            <a:r>
              <a:rPr lang="en-IN" sz="280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sz="280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MQTT broker. MQTT is a publish/subscribe communication protocol</a:t>
            </a:r>
          </a:p>
          <a:p>
            <a:pPr algn="just"/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accepts strings, integers, decimal degrees, and any encoded data. </a:t>
            </a:r>
          </a:p>
          <a:p>
            <a:pPr algn="just"/>
            <a:r>
              <a:rPr lang="en-US" sz="2800" dirty="0" err="1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data as strings of up to 255 characters per field.</a:t>
            </a:r>
            <a:endParaRPr lang="en-IN" sz="28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80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10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1E18-705E-3571-0B1B-D41D8974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6D318-E2DF-4B79-160D-6335DC918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ThingSpeak</a:t>
            </a:r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available as a free service for non-commercial small projects (&lt;3 million messages/year or ~8,200 messages/day). </a:t>
            </a:r>
          </a:p>
          <a:p>
            <a:r>
              <a:rPr lang="en-US" sz="2000" dirty="0">
                <a:solidFill>
                  <a:srgbClr val="11111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larger projects or commercial applications, four different annual license types are offered: Standard, Academic, Student and Home.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 at a commercial, government, or other organization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 in teaching and academic research at a degree-granting institution.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 in conjunction with courses offered at a degree-granting institution.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personal use only. Not for government, academic, commercial, or other organizational use.</a:t>
            </a:r>
          </a:p>
          <a:p>
            <a:endParaRPr lang="en-US" sz="2000" dirty="0">
              <a:solidFill>
                <a:srgbClr val="11111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sz="3200" dirty="0">
              <a:solidFill>
                <a:srgbClr val="11111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49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6A4D-61B1-1C5E-ED9E-E830138E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F4B6-51CA-95E9-CDEC-B387E711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core element of </a:t>
            </a:r>
            <a:r>
              <a:rPr lang="en-US" sz="28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8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‘</a:t>
            </a:r>
            <a:r>
              <a:rPr lang="en-US" sz="28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8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Channel’. A channel stores the data that we send to </a:t>
            </a:r>
            <a:r>
              <a:rPr lang="en-US" sz="28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8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comprises of the below elements: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 fields for storing data of any type - These can be used to store the data from a sensor or from an embedded device.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location fields - Can be used to store the latitude, longitude and the elevation. These are very useful for tracking a moving device.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status field - A short message to describe the data stored in the channel.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94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27AE-26E1-3349-0B16-C28FEC7A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New Channel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5E65D9-756C-D524-9F01-ADB610E8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495800" cy="4983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16155A-6E72-331A-DA31-B86050DDB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4648200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5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DE54-3539-FF91-E1AE-625250F1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</a:t>
            </a:r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New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CCEC3-1CEF-3D4A-9916-C12E10213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Name: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a unique name for the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a description of the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Field#: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the box to enable the field, and enter a field name. Each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 can have up to 8 fields.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Metadata: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information about channel data, including JSON, XML, or CSV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Tags: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keywords that identify the channel. Separate tags with commas.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 to External Site: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 website that contains information about your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channel, specify the URL.</a:t>
            </a:r>
          </a:p>
        </p:txBody>
      </p:sp>
    </p:spTree>
    <p:extLst>
      <p:ext uri="{BB962C8B-B14F-4D97-AF65-F5344CB8AC3E}">
        <p14:creationId xmlns:p14="http://schemas.microsoft.com/office/powerpoint/2010/main" val="96910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C508-8A9B-208D-DA04-FF6E555B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DF9B6-1DFD-2CE9-5529-8BECA0C3E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Channel Location:</a:t>
            </a:r>
            <a:endParaRPr lang="en-US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Latitude: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Specify the latitude position in decimal degrees. For example, the latitude of the city of London is 51.5072.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Longitude: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Specify the longitude position in decimal degrees. For example, the longitude of the city of London is -0.1275.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Elevation: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Specify the elevation position meters. For example, the elevation of the city of London is 35.052.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Video URL: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 YouTube™ or Vimeo® video that displays your channel information, specify the full path of the video URL.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 to GitHub: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store your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code on GitHub®, specify the GitHub repository URL.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251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8C557-846E-EA75-30A2-A76CA6DF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0BC43-49C5-1FBA-DB08-1DCB7F0A3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Ways to Read and Write data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(</a:t>
            </a:r>
            <a:r>
              <a:rPr lang="en-IN" sz="2400" b="0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Representational State Transfer </a:t>
            </a:r>
            <a:r>
              <a:rPr lang="en-IN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programming interface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SIMULINK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700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674F-C73C-BBBF-88DF-02F1DC84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rgbClr val="FFC000"/>
                </a:solidFill>
              </a:rPr>
              <a:t>        </a:t>
            </a:r>
            <a:r>
              <a:rPr lang="en-IN" sz="3200" b="1" dirty="0" err="1">
                <a:solidFill>
                  <a:srgbClr val="FFC000"/>
                </a:solidFill>
              </a:rPr>
              <a:t>RaspberryPi</a:t>
            </a:r>
            <a:r>
              <a:rPr lang="en-IN" sz="3200" b="1" dirty="0">
                <a:solidFill>
                  <a:srgbClr val="FFC000"/>
                </a:solidFill>
              </a:rPr>
              <a:t> + DHT11 + </a:t>
            </a:r>
            <a:r>
              <a:rPr lang="en-IN" sz="3200" b="1" dirty="0" err="1">
                <a:solidFill>
                  <a:srgbClr val="FFC000"/>
                </a:solidFill>
              </a:rPr>
              <a:t>ThingSpeak</a:t>
            </a:r>
            <a:r>
              <a:rPr lang="en-IN" sz="3200" b="1" dirty="0">
                <a:solidFill>
                  <a:srgbClr val="FFC000"/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CCD50-1D17-B8AC-7DAE-C845D31D5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7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2352-5A71-739D-72BC-EDDF4A946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6D435-5E99-C11B-6CE7-F88B563DE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Account with </a:t>
            </a:r>
            <a:r>
              <a:rPr lang="en-US" dirty="0" err="1"/>
              <a:t>ThingSpeak</a:t>
            </a:r>
            <a:r>
              <a:rPr lang="en-US" dirty="0"/>
              <a:t> Cloud Server</a:t>
            </a:r>
          </a:p>
          <a:p>
            <a:r>
              <a:rPr lang="en-US" dirty="0"/>
              <a:t>Create channel in </a:t>
            </a:r>
            <a:r>
              <a:rPr lang="en-US" dirty="0" err="1"/>
              <a:t>ThingSpeak</a:t>
            </a:r>
            <a:r>
              <a:rPr lang="en-US" dirty="0"/>
              <a:t> with two different </a:t>
            </a:r>
            <a:r>
              <a:rPr lang="en-US" dirty="0" err="1"/>
              <a:t>fileds</a:t>
            </a:r>
            <a:endParaRPr lang="en-US" dirty="0"/>
          </a:p>
          <a:p>
            <a:r>
              <a:rPr lang="en-US" dirty="0"/>
              <a:t>Connect DHT11 sensor to raspberryPi3 and read the temperature and humidity information and send it to </a:t>
            </a:r>
            <a:r>
              <a:rPr lang="en-US" dirty="0" err="1"/>
              <a:t>ThingSpeak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5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ECB9-7C64-B77F-62C1-E6ABF13B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Lab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300FC-C932-C9A4-3C7A-44F7D76F4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Reference:</a:t>
            </a:r>
          </a:p>
          <a:p>
            <a:pPr marL="0" indent="0">
              <a:buNone/>
            </a:pPr>
            <a:r>
              <a:rPr lang="en-IN" dirty="0">
                <a:hlinkClick r:id="rId2"/>
              </a:rPr>
              <a:t>https://www.iotstarters.com/how-to-send-sensor-data-to-thingspeak-using-raspberry-pi/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55596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4361</TotalTime>
  <Words>647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Tahoma</vt:lpstr>
      <vt:lpstr>Times New Roman</vt:lpstr>
      <vt:lpstr>Default Design</vt:lpstr>
      <vt:lpstr>ThingSpeak</vt:lpstr>
      <vt:lpstr>ThingSpeak</vt:lpstr>
      <vt:lpstr>ThingSpeak</vt:lpstr>
      <vt:lpstr>ThingSpeak</vt:lpstr>
      <vt:lpstr>ThingSpeak</vt:lpstr>
      <vt:lpstr>ThingSpeak – New Channel</vt:lpstr>
      <vt:lpstr>    ThingSpeak – New Channel</vt:lpstr>
      <vt:lpstr>PowerPoint Presentation</vt:lpstr>
      <vt:lpstr>ThingSpeak</vt:lpstr>
      <vt:lpstr>        RaspberryPi + DHT11 + ThingSpeak </vt:lpstr>
      <vt:lpstr>Lab Work</vt:lpstr>
      <vt:lpstr>Lab Work</vt:lpstr>
    </vt:vector>
  </TitlesOfParts>
  <Company>eclaimonline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 S R A Raju</dc:creator>
  <cp:lastModifiedBy>Chandramouli</cp:lastModifiedBy>
  <cp:revision>405</cp:revision>
  <dcterms:created xsi:type="dcterms:W3CDTF">2006-01-11T14:24:03Z</dcterms:created>
  <dcterms:modified xsi:type="dcterms:W3CDTF">2023-07-07T10:53:02Z</dcterms:modified>
</cp:coreProperties>
</file>
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9" r:id="rId4"/>
    <p:sldId id="324" r:id="rId5"/>
    <p:sldId id="33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57BC-C8A1-7E3E-2A33-E8AEA52A3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5FBC3-D39B-60A8-8CF9-3B10D46C5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67075-848D-E151-250B-A12EB9B4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7F928-4ABD-C150-D0D7-77B000CC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BB158-ABAE-92A4-ACA3-D7638439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2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BCD6A-0F9F-9EB2-1932-4C58BE55D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40B04-BCDC-5C6A-1F8F-A033F1B43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417F1-7CA3-E10E-681A-B2B2330E2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0D1DB-625B-C94A-BAC8-7F12B11B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3C117-8783-E929-2899-1AC09B1E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AE69-A69C-9E41-368C-16FDCFD0C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0718B-F9B2-A875-6A8A-2CB964A30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ED4C6-4942-7BDF-7283-AB390C34B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6AB8C-DA65-0316-AC35-CBF5D6370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5F768-2116-3028-CCD9-DC3F8FD8C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0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B0EF0-16F0-5F08-E79C-3A0D8F49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4CDDB-522B-5874-6D47-5E33C5237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2703B-CF89-9ECA-9FCD-9EEC71BE8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264A8-ECD7-FB30-64B2-3C2145B77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93512-48CF-6008-647A-3A6657FC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C615E-18ED-1648-55A9-F3A59D500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4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055F-256D-8EC7-26F8-D665B298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95E3D-4BC7-FCA0-55FE-292A0CBD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50391-0755-A8F7-42EF-103C57DB4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61FA3-F56C-FB97-8AFF-82C498603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B0C271-0F6B-A466-1851-524FE935C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C0F22B-D5A3-0593-AD17-95E05292F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939BD9-51E0-C393-0AE4-C9A3A455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68E07A-195D-8A49-FC43-7765FEA6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1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8A80-1846-8F85-A80E-BB5335A2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A285D-B97D-6EA2-C02F-2731C455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EF472-8B27-B424-3B59-844620AC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43792-3EBC-05B6-1444-8FFC7849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4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1E892-A465-2CDA-45CB-8DBA7BC4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CED75-FC1D-E773-4C11-BF98DB7B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2A029-70CB-13CD-33DA-CC9F8B52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3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E6F8-00F9-8777-5AC3-2AF116B54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0743E-2979-69E1-CE89-062AF1EF0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836BD-1A8F-BA38-B489-853B9F225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42155-4234-98CB-DD86-2D5E34185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72357-108E-A950-7588-8DD03A04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A3FCF-7C7A-4F9B-2857-6B26A415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1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13DA-E33E-4B66-6B37-C743DA9B0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D42BED-1501-30CE-2499-25AE5FF6A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07DB0-1858-4260-C5ED-1C047F32A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6B917-4AB7-C9A2-F19C-A19DA751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05230-2B51-6F26-ECC5-E242B3D55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337EE-9106-8BAF-456E-F2CE6D4A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71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CBB3B-A098-C50F-7D8C-72959888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DEDDA-C575-85A1-BEA9-8F3101D23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0E015-1423-15B8-9566-7368BB1C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314B4-1E72-55F1-BD70-37B7FBF6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3CA43-D560-9675-F740-D79B9AF0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8D890-D9ED-D0C0-E05E-1BEAC9884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A89E7-BEFD-D11E-93E4-F3F6A04B7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2D4E5-D801-D98D-B615-8FE59D46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52CF-ABC9-2A6E-5973-52E40246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20C53-7914-71B7-8C6F-FE26E15C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6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55428-3A85-EFF4-6F4A-CC0E033C6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8944B-1FC9-42AB-43D8-4978D466F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EE8A7-6754-F2D1-03EC-2736B8E1F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AFE21-FEA6-4DE3-9389-BBD34A185C0E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801E1-640D-4D50-CEBC-E86BC21F5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4F02F-657F-FE41-0063-489716F1B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F01B7-9F73-4030-BA00-830C6DE8E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72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723EDC-56BD-E0BF-47A6-6EC0A6B68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2AA4DA-8222-F00B-149C-E7F86076EF47}"/>
              </a:ext>
            </a:extLst>
          </p:cNvPr>
          <p:cNvSpPr txBox="1"/>
          <p:nvPr/>
        </p:nvSpPr>
        <p:spPr>
          <a:xfrm>
            <a:off x="1918131" y="2459504"/>
            <a:ext cx="83557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Coding Standards and Best Practices to Follow</a:t>
            </a:r>
            <a:endParaRPr lang="en-IN" sz="6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25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723EDC-56BD-E0BF-47A6-6EC0A6B68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0AB145-B076-27A1-BFA0-2806DE0E95A2}"/>
              </a:ext>
            </a:extLst>
          </p:cNvPr>
          <p:cNvSpPr txBox="1"/>
          <p:nvPr/>
        </p:nvSpPr>
        <p:spPr>
          <a:xfrm>
            <a:off x="808792" y="1146984"/>
            <a:ext cx="10574415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 the problem: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the Task to be performed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 the requirements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Break down the problem into smaller tasks or modules to make it more manageable</a:t>
            </a:r>
          </a:p>
          <a:p>
            <a:endParaRPr lang="en-IN" b="1" kern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 your program: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Before writing any code, plan the structure and logic of your program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 a flowchart or write </a:t>
            </a:r>
            <a:r>
              <a:rPr lang="en-I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Algorithm/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pseudocode to outline the steps</a:t>
            </a:r>
          </a:p>
          <a:p>
            <a:endParaRPr lang="en-IN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Follow coding conventions: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clean and readable code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consistent naming conventions for variables, functions, and classes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Indent your code properly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comments to explain complex logic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commenting will make your code more readable and maintainable</a:t>
            </a:r>
          </a:p>
          <a:p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800" b="1" kern="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kern="0" dirty="0">
              <a:solidFill>
                <a:srgbClr val="C0000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98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723EDC-56BD-E0BF-47A6-6EC0A6B68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0AB145-B076-27A1-BFA0-2806DE0E95A2}"/>
              </a:ext>
            </a:extLst>
          </p:cNvPr>
          <p:cNvSpPr txBox="1"/>
          <p:nvPr/>
        </p:nvSpPr>
        <p:spPr>
          <a:xfrm>
            <a:off x="797881" y="1235760"/>
            <a:ext cx="10596238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Modularize your code: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Divide your program into smaller, reusable modules or functions that perform specific tasks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module should have a specific purpose and it should be responsible for a well-defined task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promotes code reusability and makes debugging and testing easier</a:t>
            </a:r>
          </a:p>
          <a:p>
            <a:endParaRPr lang="en-IN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Follow the DRY principle: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DRY - 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Don't Repeat Yourself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Avoid duplicating code by identifying common patterns or tasks and encapsulating them into reusable functions or classes. </a:t>
            </a:r>
          </a:p>
          <a:p>
            <a:endParaRPr lang="en-IN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Version control: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a version control system (e.g., Git) to track changes to your code over time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allows you to revert to previous versions if needed and collaborate with others more effectively</a:t>
            </a:r>
          </a:p>
          <a:p>
            <a:endParaRPr lang="en-IN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kern="0" dirty="0">
              <a:solidFill>
                <a:srgbClr val="C00000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32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723EDC-56BD-E0BF-47A6-6EC0A6B68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72BEE4-B2B5-B312-3A30-81D6DB0FC68F}"/>
              </a:ext>
            </a:extLst>
          </p:cNvPr>
          <p:cNvSpPr txBox="1"/>
          <p:nvPr/>
        </p:nvSpPr>
        <p:spPr>
          <a:xfrm>
            <a:off x="596283" y="1249933"/>
            <a:ext cx="109994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your code: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test cases to validate the correctness of your program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testing, integration testing, and regression testing</a:t>
            </a:r>
          </a:p>
          <a:p>
            <a:endParaRPr lang="en-IN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 feedback: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 your code with others for review or seek feedback from experienced programmers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External perspectives can help you identify potential issues</a:t>
            </a:r>
          </a:p>
          <a:p>
            <a:endParaRPr lang="en-IN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Optimize for efficiency: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bottlenecks or performance issues in your code and optimize them where necessary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efficient algorithms and data structures, minimize unnecessary computations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memory management techniques to improve the overall performance of your program</a:t>
            </a:r>
          </a:p>
          <a:p>
            <a:endParaRPr lang="en-IN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1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723EDC-56BD-E0BF-47A6-6EC0A6B68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72BEE4-B2B5-B312-3A30-81D6DB0FC68F}"/>
              </a:ext>
            </a:extLst>
          </p:cNvPr>
          <p:cNvSpPr txBox="1"/>
          <p:nvPr/>
        </p:nvSpPr>
        <p:spPr>
          <a:xfrm>
            <a:off x="596283" y="1525141"/>
            <a:ext cx="1099943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 your code: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clear and concise documentation that explains the purpose, functionality, and usage of your program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Good documentation makes it easier for other developers (including your future self) to understand and work with your code</a:t>
            </a:r>
          </a:p>
          <a:p>
            <a:endParaRPr lang="en-IN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Continuously learn: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Stay up to date with the latest programming languages, frameworks, and best practices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Engage in professional development activities and explore new techniques to enhance your programming skills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kern="0" dirty="0">
              <a:effectLst/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endParaRPr lang="en-IN" kern="0" dirty="0">
              <a:latin typeface="Segoe UI" panose="020B050204020402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601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375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NUTS4</dc:creator>
  <cp:lastModifiedBy>Chandramouli</cp:lastModifiedBy>
  <cp:revision>329</cp:revision>
  <dcterms:created xsi:type="dcterms:W3CDTF">2023-03-13T13:21:42Z</dcterms:created>
  <dcterms:modified xsi:type="dcterms:W3CDTF">2023-07-13T03:36:31Z</dcterms:modified>
</cp:coreProperties>
</file>
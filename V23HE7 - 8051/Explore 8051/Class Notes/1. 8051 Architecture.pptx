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1"/>
  </p:notesMasterIdLst>
  <p:sldIdLst>
    <p:sldId id="287" r:id="rId2"/>
    <p:sldId id="333" r:id="rId3"/>
    <p:sldId id="331" r:id="rId4"/>
    <p:sldId id="356" r:id="rId5"/>
    <p:sldId id="355" r:id="rId6"/>
    <p:sldId id="351" r:id="rId7"/>
    <p:sldId id="352" r:id="rId8"/>
    <p:sldId id="353" r:id="rId9"/>
    <p:sldId id="35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6BDF0-D227-4509-9039-D2CAC1DC8D9E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0B709-1678-48A7-A7F1-19B1A278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5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D43C151-FCAC-A25C-6EC2-C439C750BD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FD644A0-C3F8-4C36-8169-BB2DA6E9C9DA}" type="slidenum">
              <a:rPr lang="en-US" altLang="en-US" sz="1200">
                <a:latin typeface="Arial" panose="020B0604020202020204" pitchFamily="34" charset="0"/>
              </a:rPr>
              <a:pPr eaLnBrk="1" hangingPunct="1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37F0A08-6E76-541D-B155-7C2CB03D45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D227DF9-36EA-FA4D-E8D1-76C4447C7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F31FEDA-254D-5885-A877-3557009AD0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EB7932-415B-4462-AD30-721AD98245D3}" type="slidenum">
              <a:rPr lang="en-US" altLang="en-US" sz="1200">
                <a:latin typeface="Arial" panose="020B0604020202020204" pitchFamily="34" charset="0"/>
              </a:rPr>
              <a:pPr eaLnBrk="1" hangingPunct="1"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6A95095-B09A-FBA5-AA13-208062939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64DE775-A8CD-5EB3-7D1A-A4E176637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F31FEDA-254D-5885-A877-3557009AD0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EB7932-415B-4462-AD30-721AD98245D3}" type="slidenum">
              <a:rPr lang="en-US" altLang="en-US" sz="1200">
                <a:latin typeface="Arial" panose="020B0604020202020204" pitchFamily="34" charset="0"/>
              </a:rPr>
              <a:pPr eaLnBrk="1" hangingPunct="1"/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6A95095-B09A-FBA5-AA13-2080629394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64DE775-A8CD-5EB3-7D1A-A4E176637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30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397D2-3D22-4A8E-9C63-6E0AB93A2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03594-5B53-472C-8D8A-0E7F5FFF0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FEA7A-31C2-42F9-81C5-5222D87E1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C902-3550-4F8D-8478-64EEDB183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F7AF-A16A-408E-B35F-5BCE70BD9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26C0F-1242-45D1-8C68-DF6993B52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FEEC3-0B4E-4698-9802-BEA197FAE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6833-FCBD-487B-85BD-6C5462FD8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F01CE-10FD-47B9-8D77-55B54B5D5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70320-E3DD-4098-B0FC-73570C9CD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296B5-4E9E-4963-A364-77FCE1360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fld id="{A660CA4A-5A03-435B-9C6C-B84447281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6C2AA2DA-CB27-556B-8BFA-E68F719BE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6477000"/>
            <a:ext cx="2346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www.vectorindia.org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11207C0-A1ED-5B58-FFD0-9884075E8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752600"/>
            <a:ext cx="6400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5400">
                <a:latin typeface="Arial" panose="020B0604020202020204" pitchFamily="34" charset="0"/>
              </a:rPr>
              <a:t>8051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en-US" sz="5400">
                <a:latin typeface="Arial" panose="020B0604020202020204" pitchFamily="34" charset="0"/>
              </a:rPr>
              <a:t>ARCHITECTURE</a:t>
            </a:r>
          </a:p>
          <a:p>
            <a:pPr algn="ctr" eaLnBrk="1" hangingPunct="1">
              <a:spcBef>
                <a:spcPct val="20000"/>
              </a:spcBef>
            </a:pPr>
            <a:endParaRPr lang="en-US" altLang="en-US" sz="5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E2C378-4ED5-CC19-9974-1A4125E28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Features (AT89C51)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D6BFB65-E8DD-A3A2-D782-468805A87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Employs CISC, Harvard architecture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8 bit CPU (based on ALU size)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40 pin DIP(40(physical)=32_I/O+8,64(logical)=(24*2)+16)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4K on chip ROM (differ based on later versions)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128 bytes of on chip RAM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128 bytes address space reserved for SFRs, available ONLY 21 bytes/</a:t>
            </a:r>
            <a:r>
              <a:rPr lang="en-US" altLang="en-US" sz="2000" dirty="0" err="1"/>
              <a:t>sfr’s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4 ,8-bit parallel port peripherals (P0, P1, P2 &amp; P3)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Two 16 bit timers/counters peripheral (TIMER0, TIMER1)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Full Duplex UART serial peripheral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On-chip clock oscillator requires </a:t>
            </a:r>
            <a:r>
              <a:rPr lang="en-US" altLang="en-US" sz="2000" dirty="0" err="1"/>
              <a:t>ext</a:t>
            </a:r>
            <a:r>
              <a:rPr lang="en-US" altLang="en-US" sz="2000" dirty="0"/>
              <a:t> crystal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Interrupt Control logic which supports 6 sources,5 vectored interrupts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Can support up to max 64k of ROM (hence 60k </a:t>
            </a:r>
            <a:r>
              <a:rPr lang="en-US" altLang="en-US" sz="2000" dirty="0" err="1"/>
              <a:t>ext</a:t>
            </a:r>
            <a:r>
              <a:rPr lang="en-US" altLang="en-US" sz="20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Can support up to addition max 64k ex-RAM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F78B74B-F030-AA39-2AF8-440B5F8BD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3777866" cy="4639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>
            <a:extLst>
              <a:ext uri="{FF2B5EF4-FFF2-40B4-BE49-F238E27FC236}">
                <a16:creationId xmlns:a16="http://schemas.microsoft.com/office/drawing/2014/main" id="{80CF98D4-05BD-93C2-C3EC-EC154DA35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Pin-out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16F5D-17CF-495E-630E-50E729E95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136" y="1676399"/>
            <a:ext cx="2863464" cy="4619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80CF98D4-05BD-93C2-C3EC-EC154DA35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Pin-out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88ACA-4380-9A62-2328-026967920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30" y="1676400"/>
            <a:ext cx="8178270" cy="490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6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62A5A48B-A961-5A10-B90A-F979FD2C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altLang="en-US"/>
              <a:t>Simplified Pin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9F75BB-C1D4-E778-42E5-0E5B9B8CD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8" y="1249362"/>
            <a:ext cx="6564923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EDEB55E-ED23-0EF2-A732-F90EF54A6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68D10E8-362E-C038-42DA-1AAB0A898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32EACEE1-6D73-35F3-3A4E-37F3C7AAE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2200"/>
            <a:ext cx="9144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0AF8C463-BC73-4DA8-66D6-8ED7661D6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93E06B-A77D-3953-FA43-AA486F6C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" y="0"/>
            <a:ext cx="910605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2628</TotalTime>
  <Words>158</Words>
  <Application>Microsoft Office PowerPoint</Application>
  <PresentationFormat>On-screen Show (4:3)</PresentationFormat>
  <Paragraphs>23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Default Design</vt:lpstr>
      <vt:lpstr>PowerPoint Presentation</vt:lpstr>
      <vt:lpstr>Features (AT89C51)</vt:lpstr>
      <vt:lpstr>Pin-out diagram</vt:lpstr>
      <vt:lpstr>Pin-out diagram</vt:lpstr>
      <vt:lpstr>Simplified Pin Diagram</vt:lpstr>
      <vt:lpstr>PowerPoint Presentation</vt:lpstr>
      <vt:lpstr>PowerPoint Presentation</vt:lpstr>
      <vt:lpstr>PowerPoint Presentation</vt:lpstr>
      <vt:lpstr>PowerPoint Presentation</vt:lpstr>
    </vt:vector>
  </TitlesOfParts>
  <Company>eclaimonline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 S R A Raju</dc:creator>
  <cp:lastModifiedBy>Chandramouli</cp:lastModifiedBy>
  <cp:revision>187</cp:revision>
  <dcterms:created xsi:type="dcterms:W3CDTF">2006-01-11T14:24:03Z</dcterms:created>
  <dcterms:modified xsi:type="dcterms:W3CDTF">2023-12-04T06:40:37Z</dcterms:modified>
</cp:coreProperties>
</file>